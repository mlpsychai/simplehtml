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4"/>
  </p:notesMasterIdLst>
  <p:sldIdLst>
    <p:sldId id="256" r:id="rId3"/>
  </p:sldIdLst>
  <p:sldSz cx="32918400" cy="21945600"/>
  <p:notesSz cx="6858000" cy="9144000"/>
  <p:embeddedFontLst>
    <p:embeddedFont>
      <p:font typeface="Arial Narrow" panose="020B060402020202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18" roundtripDataSignature="AMtx7mh7x6KmGniTdBJE6eLwBIhB9Dmxy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89"/>
    <p:restoredTop sz="90758"/>
  </p:normalViewPr>
  <p:slideViewPr>
    <p:cSldViewPr snapToGrid="0" snapToObjects="1">
      <p:cViewPr varScale="1">
        <p:scale>
          <a:sx n="32" d="100"/>
          <a:sy n="32" d="100"/>
        </p:scale>
        <p:origin x="3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8" Type="http://customschemas.google.com/relationships/presentationmetadata" Target="metadata"/><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font" Target="fonts/font3.fntdata"/><Relationship Id="rId12" Type="http://schemas.openxmlformats.org/officeDocument/2006/relationships/font" Target="fonts/font8.fntdata"/><Relationship Id="rId2" Type="http://schemas.openxmlformats.org/officeDocument/2006/relationships/slideMaster" Target="slideMasters/slideMaster2.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0" Type="http://schemas.openxmlformats.org/officeDocument/2006/relationships/font" Target="fonts/font6.fntdata"/><Relationship Id="rId19" Type="http://schemas.openxmlformats.org/officeDocument/2006/relationships/presProps" Target="presProps.xml"/><Relationship Id="rId4" Type="http://schemas.openxmlformats.org/officeDocument/2006/relationships/notesMaster" Target="notesMasters/notesMaster1.xml"/><Relationship Id="rId9" Type="http://schemas.openxmlformats.org/officeDocument/2006/relationships/font" Target="fonts/font5.fntdata"/><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EC08AA-2E31-8F48-9237-BD71330352D9}" type="doc">
      <dgm:prSet loTypeId="urn:microsoft.com/office/officeart/2005/8/layout/cycle2" loCatId="" qsTypeId="urn:microsoft.com/office/officeart/2005/8/quickstyle/simple1" qsCatId="simple" csTypeId="urn:microsoft.com/office/officeart/2005/8/colors/accent1_2" csCatId="accent1" phldr="0"/>
      <dgm:spPr/>
      <dgm:t>
        <a:bodyPr/>
        <a:lstStyle/>
        <a:p>
          <a:endParaRPr lang="en-US"/>
        </a:p>
      </dgm:t>
    </dgm:pt>
    <dgm:pt modelId="{2876C0C5-7DDD-224C-AF51-4A34B926A35F}">
      <dgm:prSet phldrT="[Text]" phldr="1"/>
      <dgm:spPr/>
      <dgm:t>
        <a:bodyPr/>
        <a:lstStyle/>
        <a:p>
          <a:endParaRPr lang="en-US"/>
        </a:p>
      </dgm:t>
    </dgm:pt>
    <dgm:pt modelId="{8C740C18-0455-1B47-9BD2-68A02D89F974}" type="parTrans" cxnId="{9727A293-AEA2-7D4A-9D42-65618883A968}">
      <dgm:prSet/>
      <dgm:spPr/>
      <dgm:t>
        <a:bodyPr/>
        <a:lstStyle/>
        <a:p>
          <a:endParaRPr lang="en-US"/>
        </a:p>
      </dgm:t>
    </dgm:pt>
    <dgm:pt modelId="{EE2A8390-E9B5-3D4A-B318-1CA41042F532}" type="sibTrans" cxnId="{9727A293-AEA2-7D4A-9D42-65618883A968}">
      <dgm:prSet/>
      <dgm:spPr/>
      <dgm:t>
        <a:bodyPr/>
        <a:lstStyle/>
        <a:p>
          <a:endParaRPr lang="en-US"/>
        </a:p>
      </dgm:t>
    </dgm:pt>
    <dgm:pt modelId="{F85C8956-A970-6847-9676-208D1A2861C6}">
      <dgm:prSet phldrT="[Text]" phldr="1"/>
      <dgm:spPr/>
      <dgm:t>
        <a:bodyPr/>
        <a:lstStyle/>
        <a:p>
          <a:endParaRPr lang="en-US"/>
        </a:p>
      </dgm:t>
    </dgm:pt>
    <dgm:pt modelId="{4B9AAEB3-6B37-4E48-9E91-7A8102720762}" type="parTrans" cxnId="{21738FB7-E448-F74E-843C-47170C7209BA}">
      <dgm:prSet/>
      <dgm:spPr/>
      <dgm:t>
        <a:bodyPr/>
        <a:lstStyle/>
        <a:p>
          <a:endParaRPr lang="en-US"/>
        </a:p>
      </dgm:t>
    </dgm:pt>
    <dgm:pt modelId="{BE39E9A8-C00A-E047-9762-8E8B158207EC}" type="sibTrans" cxnId="{21738FB7-E448-F74E-843C-47170C7209BA}">
      <dgm:prSet/>
      <dgm:spPr/>
      <dgm:t>
        <a:bodyPr/>
        <a:lstStyle/>
        <a:p>
          <a:endParaRPr lang="en-US"/>
        </a:p>
      </dgm:t>
    </dgm:pt>
    <dgm:pt modelId="{28BE1B6D-107E-5E48-A4B1-491DAD761F25}">
      <dgm:prSet phldrT="[Text]" phldr="1"/>
      <dgm:spPr/>
      <dgm:t>
        <a:bodyPr/>
        <a:lstStyle/>
        <a:p>
          <a:endParaRPr lang="en-US"/>
        </a:p>
      </dgm:t>
    </dgm:pt>
    <dgm:pt modelId="{A96105D9-FF77-A540-835C-D693EDA24347}" type="parTrans" cxnId="{A78CE39B-43DB-5E45-952F-5E9896B1D99F}">
      <dgm:prSet/>
      <dgm:spPr/>
      <dgm:t>
        <a:bodyPr/>
        <a:lstStyle/>
        <a:p>
          <a:endParaRPr lang="en-US"/>
        </a:p>
      </dgm:t>
    </dgm:pt>
    <dgm:pt modelId="{962D134D-B909-AB4F-908E-D20B166A2D45}" type="sibTrans" cxnId="{A78CE39B-43DB-5E45-952F-5E9896B1D99F}">
      <dgm:prSet/>
      <dgm:spPr/>
      <dgm:t>
        <a:bodyPr/>
        <a:lstStyle/>
        <a:p>
          <a:endParaRPr lang="en-US"/>
        </a:p>
      </dgm:t>
    </dgm:pt>
    <dgm:pt modelId="{942623F2-9531-A245-AC58-38672653CD2F}">
      <dgm:prSet phldrT="[Text]" phldr="1"/>
      <dgm:spPr/>
      <dgm:t>
        <a:bodyPr/>
        <a:lstStyle/>
        <a:p>
          <a:endParaRPr lang="en-US"/>
        </a:p>
      </dgm:t>
    </dgm:pt>
    <dgm:pt modelId="{B3EA9488-D82C-084E-850A-F2DBD8B054AC}" type="parTrans" cxnId="{547B5CC9-8888-F042-8101-4796E7D5D671}">
      <dgm:prSet/>
      <dgm:spPr/>
      <dgm:t>
        <a:bodyPr/>
        <a:lstStyle/>
        <a:p>
          <a:endParaRPr lang="en-US"/>
        </a:p>
      </dgm:t>
    </dgm:pt>
    <dgm:pt modelId="{B3FF5488-4807-9847-AD02-8845D6541F8E}" type="sibTrans" cxnId="{547B5CC9-8888-F042-8101-4796E7D5D671}">
      <dgm:prSet/>
      <dgm:spPr/>
      <dgm:t>
        <a:bodyPr/>
        <a:lstStyle/>
        <a:p>
          <a:endParaRPr lang="en-US"/>
        </a:p>
      </dgm:t>
    </dgm:pt>
    <dgm:pt modelId="{E9F9CAF9-1F4E-1840-9A7A-7037B0104B64}">
      <dgm:prSet phldrT="[Text]" phldr="1"/>
      <dgm:spPr/>
      <dgm:t>
        <a:bodyPr/>
        <a:lstStyle/>
        <a:p>
          <a:endParaRPr lang="en-US"/>
        </a:p>
      </dgm:t>
    </dgm:pt>
    <dgm:pt modelId="{66AA65F7-4DC0-7540-828B-C0D5C39407F1}" type="parTrans" cxnId="{B341218E-7BF1-B444-937C-FCA0E9FD77D7}">
      <dgm:prSet/>
      <dgm:spPr/>
      <dgm:t>
        <a:bodyPr/>
        <a:lstStyle/>
        <a:p>
          <a:endParaRPr lang="en-US"/>
        </a:p>
      </dgm:t>
    </dgm:pt>
    <dgm:pt modelId="{7A396111-456F-CE4D-8820-BD6D0DB3FE0B}" type="sibTrans" cxnId="{B341218E-7BF1-B444-937C-FCA0E9FD77D7}">
      <dgm:prSet/>
      <dgm:spPr/>
      <dgm:t>
        <a:bodyPr/>
        <a:lstStyle/>
        <a:p>
          <a:endParaRPr lang="en-US"/>
        </a:p>
      </dgm:t>
    </dgm:pt>
    <dgm:pt modelId="{D2872BA8-D21F-594B-AAF8-03BEA5850268}" type="pres">
      <dgm:prSet presAssocID="{E8EC08AA-2E31-8F48-9237-BD71330352D9}" presName="cycle" presStyleCnt="0">
        <dgm:presLayoutVars>
          <dgm:dir/>
          <dgm:resizeHandles val="exact"/>
        </dgm:presLayoutVars>
      </dgm:prSet>
      <dgm:spPr/>
    </dgm:pt>
    <dgm:pt modelId="{237F3421-FD04-5C44-97B4-EA707320EB88}" type="pres">
      <dgm:prSet presAssocID="{2876C0C5-7DDD-224C-AF51-4A34B926A35F}" presName="node" presStyleLbl="node1" presStyleIdx="0" presStyleCnt="5">
        <dgm:presLayoutVars>
          <dgm:bulletEnabled val="1"/>
        </dgm:presLayoutVars>
      </dgm:prSet>
      <dgm:spPr/>
    </dgm:pt>
    <dgm:pt modelId="{32DB2AA2-BECF-5143-8CCA-D2CEA2137AFC}" type="pres">
      <dgm:prSet presAssocID="{EE2A8390-E9B5-3D4A-B318-1CA41042F532}" presName="sibTrans" presStyleLbl="sibTrans2D1" presStyleIdx="0" presStyleCnt="5"/>
      <dgm:spPr/>
    </dgm:pt>
    <dgm:pt modelId="{45851453-6589-954B-9C30-D63FF148D2B2}" type="pres">
      <dgm:prSet presAssocID="{EE2A8390-E9B5-3D4A-B318-1CA41042F532}" presName="connectorText" presStyleLbl="sibTrans2D1" presStyleIdx="0" presStyleCnt="5"/>
      <dgm:spPr/>
    </dgm:pt>
    <dgm:pt modelId="{4501543D-533B-E649-9021-D5888CA13C12}" type="pres">
      <dgm:prSet presAssocID="{F85C8956-A970-6847-9676-208D1A2861C6}" presName="node" presStyleLbl="node1" presStyleIdx="1" presStyleCnt="5">
        <dgm:presLayoutVars>
          <dgm:bulletEnabled val="1"/>
        </dgm:presLayoutVars>
      </dgm:prSet>
      <dgm:spPr/>
    </dgm:pt>
    <dgm:pt modelId="{F488322E-E511-EF40-B6FE-49BECB69A7FB}" type="pres">
      <dgm:prSet presAssocID="{BE39E9A8-C00A-E047-9762-8E8B158207EC}" presName="sibTrans" presStyleLbl="sibTrans2D1" presStyleIdx="1" presStyleCnt="5"/>
      <dgm:spPr/>
    </dgm:pt>
    <dgm:pt modelId="{0C956FBF-5500-6F42-AB15-ABB71D025DCC}" type="pres">
      <dgm:prSet presAssocID="{BE39E9A8-C00A-E047-9762-8E8B158207EC}" presName="connectorText" presStyleLbl="sibTrans2D1" presStyleIdx="1" presStyleCnt="5"/>
      <dgm:spPr/>
    </dgm:pt>
    <dgm:pt modelId="{01FE67AF-898E-744E-899A-60D9DA1C7419}" type="pres">
      <dgm:prSet presAssocID="{28BE1B6D-107E-5E48-A4B1-491DAD761F25}" presName="node" presStyleLbl="node1" presStyleIdx="2" presStyleCnt="5">
        <dgm:presLayoutVars>
          <dgm:bulletEnabled val="1"/>
        </dgm:presLayoutVars>
      </dgm:prSet>
      <dgm:spPr/>
    </dgm:pt>
    <dgm:pt modelId="{56626B0D-7860-F744-B3EE-A9C4545B644A}" type="pres">
      <dgm:prSet presAssocID="{962D134D-B909-AB4F-908E-D20B166A2D45}" presName="sibTrans" presStyleLbl="sibTrans2D1" presStyleIdx="2" presStyleCnt="5"/>
      <dgm:spPr/>
    </dgm:pt>
    <dgm:pt modelId="{A16427A8-1F7A-0A4A-9F06-5E622823C7D6}" type="pres">
      <dgm:prSet presAssocID="{962D134D-B909-AB4F-908E-D20B166A2D45}" presName="connectorText" presStyleLbl="sibTrans2D1" presStyleIdx="2" presStyleCnt="5"/>
      <dgm:spPr/>
    </dgm:pt>
    <dgm:pt modelId="{AA0343E7-71BB-3B44-B3A7-8F6AC8DE0559}" type="pres">
      <dgm:prSet presAssocID="{942623F2-9531-A245-AC58-38672653CD2F}" presName="node" presStyleLbl="node1" presStyleIdx="3" presStyleCnt="5">
        <dgm:presLayoutVars>
          <dgm:bulletEnabled val="1"/>
        </dgm:presLayoutVars>
      </dgm:prSet>
      <dgm:spPr/>
    </dgm:pt>
    <dgm:pt modelId="{2CF99F86-5180-7E4D-8932-BCBC5F86CC46}" type="pres">
      <dgm:prSet presAssocID="{B3FF5488-4807-9847-AD02-8845D6541F8E}" presName="sibTrans" presStyleLbl="sibTrans2D1" presStyleIdx="3" presStyleCnt="5"/>
      <dgm:spPr/>
    </dgm:pt>
    <dgm:pt modelId="{441136FF-71B9-0746-A0F8-A41B2FBDB8B0}" type="pres">
      <dgm:prSet presAssocID="{B3FF5488-4807-9847-AD02-8845D6541F8E}" presName="connectorText" presStyleLbl="sibTrans2D1" presStyleIdx="3" presStyleCnt="5"/>
      <dgm:spPr/>
    </dgm:pt>
    <dgm:pt modelId="{B4E72CEB-7C8C-8E4F-AE5E-28D4C1DEE18E}" type="pres">
      <dgm:prSet presAssocID="{E9F9CAF9-1F4E-1840-9A7A-7037B0104B64}" presName="node" presStyleLbl="node1" presStyleIdx="4" presStyleCnt="5">
        <dgm:presLayoutVars>
          <dgm:bulletEnabled val="1"/>
        </dgm:presLayoutVars>
      </dgm:prSet>
      <dgm:spPr/>
    </dgm:pt>
    <dgm:pt modelId="{8754BB5D-3CB2-E64C-A1FD-CA613F2A1666}" type="pres">
      <dgm:prSet presAssocID="{7A396111-456F-CE4D-8820-BD6D0DB3FE0B}" presName="sibTrans" presStyleLbl="sibTrans2D1" presStyleIdx="4" presStyleCnt="5"/>
      <dgm:spPr/>
    </dgm:pt>
    <dgm:pt modelId="{FD5604AF-5473-0D45-A3F9-DE508CAAB878}" type="pres">
      <dgm:prSet presAssocID="{7A396111-456F-CE4D-8820-BD6D0DB3FE0B}" presName="connectorText" presStyleLbl="sibTrans2D1" presStyleIdx="4" presStyleCnt="5"/>
      <dgm:spPr/>
    </dgm:pt>
  </dgm:ptLst>
  <dgm:cxnLst>
    <dgm:cxn modelId="{3A95BB0A-D5FA-8641-9C9A-4F234AA58741}" type="presOf" srcId="{BE39E9A8-C00A-E047-9762-8E8B158207EC}" destId="{0C956FBF-5500-6F42-AB15-ABB71D025DCC}" srcOrd="1" destOrd="0" presId="urn:microsoft.com/office/officeart/2005/8/layout/cycle2"/>
    <dgm:cxn modelId="{0102F017-AB77-8F40-8BB6-28B23DDD2CF7}" type="presOf" srcId="{E9F9CAF9-1F4E-1840-9A7A-7037B0104B64}" destId="{B4E72CEB-7C8C-8E4F-AE5E-28D4C1DEE18E}" srcOrd="0" destOrd="0" presId="urn:microsoft.com/office/officeart/2005/8/layout/cycle2"/>
    <dgm:cxn modelId="{FF337027-1AB8-5F41-A668-743E37CB5E0B}" type="presOf" srcId="{BE39E9A8-C00A-E047-9762-8E8B158207EC}" destId="{F488322E-E511-EF40-B6FE-49BECB69A7FB}" srcOrd="0" destOrd="0" presId="urn:microsoft.com/office/officeart/2005/8/layout/cycle2"/>
    <dgm:cxn modelId="{48D34928-AE9A-1D47-90FB-744E5E850B6B}" type="presOf" srcId="{F85C8956-A970-6847-9676-208D1A2861C6}" destId="{4501543D-533B-E649-9021-D5888CA13C12}" srcOrd="0" destOrd="0" presId="urn:microsoft.com/office/officeart/2005/8/layout/cycle2"/>
    <dgm:cxn modelId="{3B6D8335-9220-1D41-8BB9-BADA2211CB0F}" type="presOf" srcId="{E8EC08AA-2E31-8F48-9237-BD71330352D9}" destId="{D2872BA8-D21F-594B-AAF8-03BEA5850268}" srcOrd="0" destOrd="0" presId="urn:microsoft.com/office/officeart/2005/8/layout/cycle2"/>
    <dgm:cxn modelId="{D6B87957-7514-7447-BBB5-20D05EB34676}" type="presOf" srcId="{942623F2-9531-A245-AC58-38672653CD2F}" destId="{AA0343E7-71BB-3B44-B3A7-8F6AC8DE0559}" srcOrd="0" destOrd="0" presId="urn:microsoft.com/office/officeart/2005/8/layout/cycle2"/>
    <dgm:cxn modelId="{08799658-3D6F-544A-A0A3-29715527D22E}" type="presOf" srcId="{7A396111-456F-CE4D-8820-BD6D0DB3FE0B}" destId="{8754BB5D-3CB2-E64C-A1FD-CA613F2A1666}" srcOrd="0" destOrd="0" presId="urn:microsoft.com/office/officeart/2005/8/layout/cycle2"/>
    <dgm:cxn modelId="{48A36061-B064-7342-8525-97212AF40590}" type="presOf" srcId="{EE2A8390-E9B5-3D4A-B318-1CA41042F532}" destId="{45851453-6589-954B-9C30-D63FF148D2B2}" srcOrd="1" destOrd="0" presId="urn:microsoft.com/office/officeart/2005/8/layout/cycle2"/>
    <dgm:cxn modelId="{09A5937F-3BCA-7447-BD97-A5D8C63B29A5}" type="presOf" srcId="{B3FF5488-4807-9847-AD02-8845D6541F8E}" destId="{2CF99F86-5180-7E4D-8932-BCBC5F86CC46}" srcOrd="0" destOrd="0" presId="urn:microsoft.com/office/officeart/2005/8/layout/cycle2"/>
    <dgm:cxn modelId="{D106758C-56CD-8043-9C30-A37CAD4E3642}" type="presOf" srcId="{7A396111-456F-CE4D-8820-BD6D0DB3FE0B}" destId="{FD5604AF-5473-0D45-A3F9-DE508CAAB878}" srcOrd="1" destOrd="0" presId="urn:microsoft.com/office/officeart/2005/8/layout/cycle2"/>
    <dgm:cxn modelId="{B341218E-7BF1-B444-937C-FCA0E9FD77D7}" srcId="{E8EC08AA-2E31-8F48-9237-BD71330352D9}" destId="{E9F9CAF9-1F4E-1840-9A7A-7037B0104B64}" srcOrd="4" destOrd="0" parTransId="{66AA65F7-4DC0-7540-828B-C0D5C39407F1}" sibTransId="{7A396111-456F-CE4D-8820-BD6D0DB3FE0B}"/>
    <dgm:cxn modelId="{69813F92-0C72-8A46-AC18-8AEEEF570B85}" type="presOf" srcId="{28BE1B6D-107E-5E48-A4B1-491DAD761F25}" destId="{01FE67AF-898E-744E-899A-60D9DA1C7419}" srcOrd="0" destOrd="0" presId="urn:microsoft.com/office/officeart/2005/8/layout/cycle2"/>
    <dgm:cxn modelId="{9727A293-AEA2-7D4A-9D42-65618883A968}" srcId="{E8EC08AA-2E31-8F48-9237-BD71330352D9}" destId="{2876C0C5-7DDD-224C-AF51-4A34B926A35F}" srcOrd="0" destOrd="0" parTransId="{8C740C18-0455-1B47-9BD2-68A02D89F974}" sibTransId="{EE2A8390-E9B5-3D4A-B318-1CA41042F532}"/>
    <dgm:cxn modelId="{5EBB7B98-6D34-D94F-8DB8-C653CA9A2C01}" type="presOf" srcId="{962D134D-B909-AB4F-908E-D20B166A2D45}" destId="{A16427A8-1F7A-0A4A-9F06-5E622823C7D6}" srcOrd="1" destOrd="0" presId="urn:microsoft.com/office/officeart/2005/8/layout/cycle2"/>
    <dgm:cxn modelId="{A78CE39B-43DB-5E45-952F-5E9896B1D99F}" srcId="{E8EC08AA-2E31-8F48-9237-BD71330352D9}" destId="{28BE1B6D-107E-5E48-A4B1-491DAD761F25}" srcOrd="2" destOrd="0" parTransId="{A96105D9-FF77-A540-835C-D693EDA24347}" sibTransId="{962D134D-B909-AB4F-908E-D20B166A2D45}"/>
    <dgm:cxn modelId="{F8EC359E-EE2A-354C-B41C-A453AD49AB12}" type="presOf" srcId="{2876C0C5-7DDD-224C-AF51-4A34B926A35F}" destId="{237F3421-FD04-5C44-97B4-EA707320EB88}" srcOrd="0" destOrd="0" presId="urn:microsoft.com/office/officeart/2005/8/layout/cycle2"/>
    <dgm:cxn modelId="{21738FB7-E448-F74E-843C-47170C7209BA}" srcId="{E8EC08AA-2E31-8F48-9237-BD71330352D9}" destId="{F85C8956-A970-6847-9676-208D1A2861C6}" srcOrd="1" destOrd="0" parTransId="{4B9AAEB3-6B37-4E48-9E91-7A8102720762}" sibTransId="{BE39E9A8-C00A-E047-9762-8E8B158207EC}"/>
    <dgm:cxn modelId="{547B5CC9-8888-F042-8101-4796E7D5D671}" srcId="{E8EC08AA-2E31-8F48-9237-BD71330352D9}" destId="{942623F2-9531-A245-AC58-38672653CD2F}" srcOrd="3" destOrd="0" parTransId="{B3EA9488-D82C-084E-850A-F2DBD8B054AC}" sibTransId="{B3FF5488-4807-9847-AD02-8845D6541F8E}"/>
    <dgm:cxn modelId="{CE53AEDA-F321-BA4B-812D-C99EADC2B4BF}" type="presOf" srcId="{EE2A8390-E9B5-3D4A-B318-1CA41042F532}" destId="{32DB2AA2-BECF-5143-8CCA-D2CEA2137AFC}" srcOrd="0" destOrd="0" presId="urn:microsoft.com/office/officeart/2005/8/layout/cycle2"/>
    <dgm:cxn modelId="{29D25EEA-D3F4-5F4E-B4BB-42D419622E71}" type="presOf" srcId="{962D134D-B909-AB4F-908E-D20B166A2D45}" destId="{56626B0D-7860-F744-B3EE-A9C4545B644A}" srcOrd="0" destOrd="0" presId="urn:microsoft.com/office/officeart/2005/8/layout/cycle2"/>
    <dgm:cxn modelId="{A6A936F3-F841-6C44-9973-35DAF89BE095}" type="presOf" srcId="{B3FF5488-4807-9847-AD02-8845D6541F8E}" destId="{441136FF-71B9-0746-A0F8-A41B2FBDB8B0}" srcOrd="1" destOrd="0" presId="urn:microsoft.com/office/officeart/2005/8/layout/cycle2"/>
    <dgm:cxn modelId="{56DFF3C1-BE2B-1545-BB8E-33E3D14E7B7E}" type="presParOf" srcId="{D2872BA8-D21F-594B-AAF8-03BEA5850268}" destId="{237F3421-FD04-5C44-97B4-EA707320EB88}" srcOrd="0" destOrd="0" presId="urn:microsoft.com/office/officeart/2005/8/layout/cycle2"/>
    <dgm:cxn modelId="{D4E73052-F29C-3E4B-9FDD-0346E0BFE11A}" type="presParOf" srcId="{D2872BA8-D21F-594B-AAF8-03BEA5850268}" destId="{32DB2AA2-BECF-5143-8CCA-D2CEA2137AFC}" srcOrd="1" destOrd="0" presId="urn:microsoft.com/office/officeart/2005/8/layout/cycle2"/>
    <dgm:cxn modelId="{F4333550-F984-DE49-A516-E1FA7EBE5025}" type="presParOf" srcId="{32DB2AA2-BECF-5143-8CCA-D2CEA2137AFC}" destId="{45851453-6589-954B-9C30-D63FF148D2B2}" srcOrd="0" destOrd="0" presId="urn:microsoft.com/office/officeart/2005/8/layout/cycle2"/>
    <dgm:cxn modelId="{46EF2DC9-08B2-6948-872E-E712348437A0}" type="presParOf" srcId="{D2872BA8-D21F-594B-AAF8-03BEA5850268}" destId="{4501543D-533B-E649-9021-D5888CA13C12}" srcOrd="2" destOrd="0" presId="urn:microsoft.com/office/officeart/2005/8/layout/cycle2"/>
    <dgm:cxn modelId="{EF2E2AF6-F573-6D44-90AB-9F53C7926501}" type="presParOf" srcId="{D2872BA8-D21F-594B-AAF8-03BEA5850268}" destId="{F488322E-E511-EF40-B6FE-49BECB69A7FB}" srcOrd="3" destOrd="0" presId="urn:microsoft.com/office/officeart/2005/8/layout/cycle2"/>
    <dgm:cxn modelId="{0078B219-0B5F-2141-908F-5F5287F35C0D}" type="presParOf" srcId="{F488322E-E511-EF40-B6FE-49BECB69A7FB}" destId="{0C956FBF-5500-6F42-AB15-ABB71D025DCC}" srcOrd="0" destOrd="0" presId="urn:microsoft.com/office/officeart/2005/8/layout/cycle2"/>
    <dgm:cxn modelId="{02D9705F-DE56-8E4F-83AD-46846F210293}" type="presParOf" srcId="{D2872BA8-D21F-594B-AAF8-03BEA5850268}" destId="{01FE67AF-898E-744E-899A-60D9DA1C7419}" srcOrd="4" destOrd="0" presId="urn:microsoft.com/office/officeart/2005/8/layout/cycle2"/>
    <dgm:cxn modelId="{3092C27C-F936-6648-B5B5-C0DB09F3D6EB}" type="presParOf" srcId="{D2872BA8-D21F-594B-AAF8-03BEA5850268}" destId="{56626B0D-7860-F744-B3EE-A9C4545B644A}" srcOrd="5" destOrd="0" presId="urn:microsoft.com/office/officeart/2005/8/layout/cycle2"/>
    <dgm:cxn modelId="{D8CAAC93-DF5D-2546-97DE-217515CA00F6}" type="presParOf" srcId="{56626B0D-7860-F744-B3EE-A9C4545B644A}" destId="{A16427A8-1F7A-0A4A-9F06-5E622823C7D6}" srcOrd="0" destOrd="0" presId="urn:microsoft.com/office/officeart/2005/8/layout/cycle2"/>
    <dgm:cxn modelId="{D553AC09-68DA-BD46-B44E-22C701288768}" type="presParOf" srcId="{D2872BA8-D21F-594B-AAF8-03BEA5850268}" destId="{AA0343E7-71BB-3B44-B3A7-8F6AC8DE0559}" srcOrd="6" destOrd="0" presId="urn:microsoft.com/office/officeart/2005/8/layout/cycle2"/>
    <dgm:cxn modelId="{FD68F29F-9519-7940-A18E-422239D584F4}" type="presParOf" srcId="{D2872BA8-D21F-594B-AAF8-03BEA5850268}" destId="{2CF99F86-5180-7E4D-8932-BCBC5F86CC46}" srcOrd="7" destOrd="0" presId="urn:microsoft.com/office/officeart/2005/8/layout/cycle2"/>
    <dgm:cxn modelId="{EE3B129F-3CFC-8644-808C-0338ED818538}" type="presParOf" srcId="{2CF99F86-5180-7E4D-8932-BCBC5F86CC46}" destId="{441136FF-71B9-0746-A0F8-A41B2FBDB8B0}" srcOrd="0" destOrd="0" presId="urn:microsoft.com/office/officeart/2005/8/layout/cycle2"/>
    <dgm:cxn modelId="{614C36B6-0F8F-404B-BF47-4543881FBC0D}" type="presParOf" srcId="{D2872BA8-D21F-594B-AAF8-03BEA5850268}" destId="{B4E72CEB-7C8C-8E4F-AE5E-28D4C1DEE18E}" srcOrd="8" destOrd="0" presId="urn:microsoft.com/office/officeart/2005/8/layout/cycle2"/>
    <dgm:cxn modelId="{F713E97E-E24E-0740-9D09-BE52724B5BFD}" type="presParOf" srcId="{D2872BA8-D21F-594B-AAF8-03BEA5850268}" destId="{8754BB5D-3CB2-E64C-A1FD-CA613F2A1666}" srcOrd="9" destOrd="0" presId="urn:microsoft.com/office/officeart/2005/8/layout/cycle2"/>
    <dgm:cxn modelId="{9B682A92-69EB-8142-ACD4-6495EC377423}" type="presParOf" srcId="{8754BB5D-3CB2-E64C-A1FD-CA613F2A1666}" destId="{FD5604AF-5473-0D45-A3F9-DE508CAAB878}"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F3421-FD04-5C44-97B4-EA707320EB88}">
      <dsp:nvSpPr>
        <dsp:cNvPr id="0" name=""/>
        <dsp:cNvSpPr/>
      </dsp:nvSpPr>
      <dsp:spPr>
        <a:xfrm>
          <a:off x="3724825" y="2824"/>
          <a:ext cx="1799748" cy="179974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endParaRPr lang="en-US" sz="3800" kern="1200"/>
        </a:p>
      </dsp:txBody>
      <dsp:txXfrm>
        <a:off x="3988392" y="266391"/>
        <a:ext cx="1272614" cy="1272614"/>
      </dsp:txXfrm>
    </dsp:sp>
    <dsp:sp modelId="{32DB2AA2-BECF-5143-8CCA-D2CEA2137AFC}">
      <dsp:nvSpPr>
        <dsp:cNvPr id="0" name=""/>
        <dsp:cNvSpPr/>
      </dsp:nvSpPr>
      <dsp:spPr>
        <a:xfrm rot="2160000">
          <a:off x="5467403" y="1384612"/>
          <a:ext cx="477223" cy="6074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481074" y="1464019"/>
        <a:ext cx="334056" cy="364449"/>
      </dsp:txXfrm>
    </dsp:sp>
    <dsp:sp modelId="{4501543D-533B-E649-9021-D5888CA13C12}">
      <dsp:nvSpPr>
        <dsp:cNvPr id="0" name=""/>
        <dsp:cNvSpPr/>
      </dsp:nvSpPr>
      <dsp:spPr>
        <a:xfrm>
          <a:off x="5909309" y="1589944"/>
          <a:ext cx="1799748" cy="179974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endParaRPr lang="en-US" sz="3800" kern="1200"/>
        </a:p>
      </dsp:txBody>
      <dsp:txXfrm>
        <a:off x="6172876" y="1853511"/>
        <a:ext cx="1272614" cy="1272614"/>
      </dsp:txXfrm>
    </dsp:sp>
    <dsp:sp modelId="{F488322E-E511-EF40-B6FE-49BECB69A7FB}">
      <dsp:nvSpPr>
        <dsp:cNvPr id="0" name=""/>
        <dsp:cNvSpPr/>
      </dsp:nvSpPr>
      <dsp:spPr>
        <a:xfrm rot="6480000">
          <a:off x="6157546" y="3457273"/>
          <a:ext cx="477223" cy="6074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rot="10800000">
        <a:off x="6251250" y="3510676"/>
        <a:ext cx="334056" cy="364449"/>
      </dsp:txXfrm>
    </dsp:sp>
    <dsp:sp modelId="{01FE67AF-898E-744E-899A-60D9DA1C7419}">
      <dsp:nvSpPr>
        <dsp:cNvPr id="0" name=""/>
        <dsp:cNvSpPr/>
      </dsp:nvSpPr>
      <dsp:spPr>
        <a:xfrm>
          <a:off x="5074910" y="4157959"/>
          <a:ext cx="1799748" cy="179974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endParaRPr lang="en-US" sz="3800" kern="1200"/>
        </a:p>
      </dsp:txBody>
      <dsp:txXfrm>
        <a:off x="5338477" y="4421526"/>
        <a:ext cx="1272614" cy="1272614"/>
      </dsp:txXfrm>
    </dsp:sp>
    <dsp:sp modelId="{56626B0D-7860-F744-B3EE-A9C4545B644A}">
      <dsp:nvSpPr>
        <dsp:cNvPr id="0" name=""/>
        <dsp:cNvSpPr/>
      </dsp:nvSpPr>
      <dsp:spPr>
        <a:xfrm rot="10800000">
          <a:off x="4399594" y="4754126"/>
          <a:ext cx="477223" cy="6074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rot="10800000">
        <a:off x="4542761" y="4875609"/>
        <a:ext cx="334056" cy="364449"/>
      </dsp:txXfrm>
    </dsp:sp>
    <dsp:sp modelId="{AA0343E7-71BB-3B44-B3A7-8F6AC8DE0559}">
      <dsp:nvSpPr>
        <dsp:cNvPr id="0" name=""/>
        <dsp:cNvSpPr/>
      </dsp:nvSpPr>
      <dsp:spPr>
        <a:xfrm>
          <a:off x="2374740" y="4157959"/>
          <a:ext cx="1799748" cy="179974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endParaRPr lang="en-US" sz="3800" kern="1200"/>
        </a:p>
      </dsp:txBody>
      <dsp:txXfrm>
        <a:off x="2638307" y="4421526"/>
        <a:ext cx="1272614" cy="1272614"/>
      </dsp:txXfrm>
    </dsp:sp>
    <dsp:sp modelId="{2CF99F86-5180-7E4D-8932-BCBC5F86CC46}">
      <dsp:nvSpPr>
        <dsp:cNvPr id="0" name=""/>
        <dsp:cNvSpPr/>
      </dsp:nvSpPr>
      <dsp:spPr>
        <a:xfrm rot="15120000">
          <a:off x="2622977" y="3482964"/>
          <a:ext cx="477223" cy="6074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rot="10800000">
        <a:off x="2716681" y="3672527"/>
        <a:ext cx="334056" cy="364449"/>
      </dsp:txXfrm>
    </dsp:sp>
    <dsp:sp modelId="{B4E72CEB-7C8C-8E4F-AE5E-28D4C1DEE18E}">
      <dsp:nvSpPr>
        <dsp:cNvPr id="0" name=""/>
        <dsp:cNvSpPr/>
      </dsp:nvSpPr>
      <dsp:spPr>
        <a:xfrm>
          <a:off x="1540341" y="1589944"/>
          <a:ext cx="1799748" cy="179974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endParaRPr lang="en-US" sz="3800" kern="1200"/>
        </a:p>
      </dsp:txBody>
      <dsp:txXfrm>
        <a:off x="1803908" y="1853511"/>
        <a:ext cx="1272614" cy="1272614"/>
      </dsp:txXfrm>
    </dsp:sp>
    <dsp:sp modelId="{8754BB5D-3CB2-E64C-A1FD-CA613F2A1666}">
      <dsp:nvSpPr>
        <dsp:cNvPr id="0" name=""/>
        <dsp:cNvSpPr/>
      </dsp:nvSpPr>
      <dsp:spPr>
        <a:xfrm rot="19440000">
          <a:off x="3282919" y="1400490"/>
          <a:ext cx="477223" cy="6074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3296590" y="1564049"/>
        <a:ext cx="334056" cy="364449"/>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000" dirty="0">
                <a:effectLst/>
                <a:latin typeface="Aptos" panose="020B0004020202020204" pitchFamily="34" charset="0"/>
              </a:rPr>
              <a:t>AUCD lists their poster requirements as 36 pt minimum font size for the body of the text and minimum of 72 pt for title but recommended for title to be 158pt. And to use </a:t>
            </a:r>
            <a:r>
              <a:rPr lang="en-US" sz="1000" dirty="0" err="1">
                <a:effectLst/>
                <a:latin typeface="Aptos" panose="020B0004020202020204" pitchFamily="34" charset="0"/>
              </a:rPr>
              <a:t>san</a:t>
            </a:r>
            <a:r>
              <a:rPr lang="en-US" sz="1000" dirty="0">
                <a:effectLst/>
                <a:latin typeface="Aptos" panose="020B0004020202020204" pitchFamily="34" charset="0"/>
              </a:rPr>
              <a:t> </a:t>
            </a:r>
            <a:r>
              <a:rPr lang="en-US" sz="1000" dirty="0" err="1">
                <a:effectLst/>
                <a:latin typeface="Aptos" panose="020B0004020202020204" pitchFamily="34" charset="0"/>
              </a:rPr>
              <a:t>sarif</a:t>
            </a:r>
            <a:r>
              <a:rPr lang="en-US" sz="1000" dirty="0">
                <a:effectLst/>
                <a:latin typeface="Aptos" panose="020B0004020202020204" pitchFamily="34" charset="0"/>
              </a:rPr>
              <a:t> type fonts. Also must include Arizona LEND logo</a:t>
            </a:r>
            <a:endParaRPr lang="en-US" dirty="0"/>
          </a:p>
          <a:p>
            <a:pPr marL="0" lvl="0" indent="0" algn="l" rtl="0">
              <a:spcBef>
                <a:spcPts val="0"/>
              </a:spcBef>
              <a:spcAft>
                <a:spcPts val="0"/>
              </a:spcAft>
              <a:buNone/>
            </a:pPr>
            <a:endParaRPr dirty="0"/>
          </a:p>
        </p:txBody>
      </p:sp>
      <p:sp>
        <p:nvSpPr>
          <p:cNvPr id="93" name="Google Shape;9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lt2"/>
        </a:solidFill>
        <a:effectLst/>
      </p:bgPr>
    </p:bg>
    <p:spTree>
      <p:nvGrpSpPr>
        <p:cNvPr id="1" name="Shape 16"/>
        <p:cNvGrpSpPr/>
        <p:nvPr/>
      </p:nvGrpSpPr>
      <p:grpSpPr>
        <a:xfrm>
          <a:off x="0" y="0"/>
          <a:ext cx="0" cy="0"/>
          <a:chOff x="0" y="0"/>
          <a:chExt cx="0" cy="0"/>
        </a:xfrm>
      </p:grpSpPr>
      <p:sp>
        <p:nvSpPr>
          <p:cNvPr id="17" name="Google Shape;17;p3"/>
          <p:cNvSpPr/>
          <p:nvPr/>
        </p:nvSpPr>
        <p:spPr>
          <a:xfrm>
            <a:off x="1" y="0"/>
            <a:ext cx="32918399" cy="3570514"/>
          </a:xfrm>
          <a:prstGeom prst="rect">
            <a:avLst/>
          </a:prstGeom>
          <a:solidFill>
            <a:srgbClr val="002044"/>
          </a:soli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267" b="0" i="0" u="none" strike="noStrike" cap="none">
              <a:solidFill>
                <a:srgbClr val="002044"/>
              </a:solidFill>
              <a:latin typeface="Calibri"/>
              <a:ea typeface="Calibri"/>
              <a:cs typeface="Calibri"/>
              <a:sym typeface="Calibri"/>
            </a:endParaRPr>
          </a:p>
        </p:txBody>
      </p:sp>
      <p:sp>
        <p:nvSpPr>
          <p:cNvPr id="18" name="Google Shape;18;p3"/>
          <p:cNvSpPr/>
          <p:nvPr/>
        </p:nvSpPr>
        <p:spPr>
          <a:xfrm>
            <a:off x="26988917" y="-279091"/>
            <a:ext cx="4490423" cy="810543"/>
          </a:xfrm>
          <a:custGeom>
            <a:avLst/>
            <a:gdLst/>
            <a:ahLst/>
            <a:cxnLst/>
            <a:rect l="l" t="t" r="r" b="b"/>
            <a:pathLst>
              <a:path w="6377128" h="8153287" extrusionOk="0">
                <a:moveTo>
                  <a:pt x="7490" y="0"/>
                </a:moveTo>
                <a:cubicBezTo>
                  <a:pt x="7979" y="1933443"/>
                  <a:pt x="-468" y="4161711"/>
                  <a:pt x="21" y="6095154"/>
                </a:cubicBezTo>
                <a:lnTo>
                  <a:pt x="3138809" y="8153287"/>
                </a:lnTo>
                <a:lnTo>
                  <a:pt x="6377128" y="6115768"/>
                </a:lnTo>
                <a:cubicBezTo>
                  <a:pt x="6354397" y="4201962"/>
                  <a:pt x="6358473" y="1933970"/>
                  <a:pt x="6362548" y="11775"/>
                </a:cubicBezTo>
                <a:lnTo>
                  <a:pt x="7490" y="0"/>
                </a:lnTo>
                <a:close/>
              </a:path>
            </a:pathLst>
          </a:custGeom>
          <a:solidFill>
            <a:srgbClr val="AB0520"/>
          </a:solidFill>
          <a:ln>
            <a:noFill/>
          </a:ln>
          <a:effectLst>
            <a:outerShdw blurRad="469900" sx="105999" sy="105999" algn="ctr" rotWithShape="0">
              <a:srgbClr val="000000">
                <a:alpha val="28627"/>
              </a:srgbClr>
            </a:outerShdw>
          </a:effectLst>
        </p:spPr>
        <p:txBody>
          <a:bodyPr spcFirstLastPara="1" wrap="square" lIns="304800" tIns="304800" rIns="304800" bIns="304800" anchor="t" anchorCtr="0">
            <a:spAutoFit/>
          </a:bodyPr>
          <a:lstStyle/>
          <a:p>
            <a:pPr marL="0" marR="0" lvl="0" indent="0" algn="l" rtl="0">
              <a:spcBef>
                <a:spcPts val="0"/>
              </a:spcBef>
              <a:spcAft>
                <a:spcPts val="0"/>
              </a:spcAft>
              <a:buNone/>
            </a:pPr>
            <a:endParaRPr sz="1267" b="0" i="0" u="none" strike="noStrike" cap="none">
              <a:solidFill>
                <a:schemeClr val="dk1"/>
              </a:solidFill>
              <a:latin typeface="Arial Narrow"/>
              <a:ea typeface="Arial Narrow"/>
              <a:cs typeface="Arial Narrow"/>
              <a:sym typeface="Arial Narrow"/>
            </a:endParaRPr>
          </a:p>
        </p:txBody>
      </p:sp>
      <p:sp>
        <p:nvSpPr>
          <p:cNvPr id="19" name="Google Shape;19;p3"/>
          <p:cNvSpPr txBox="1">
            <a:spLocks noGrp="1"/>
          </p:cNvSpPr>
          <p:nvPr>
            <p:ph type="body" idx="1"/>
          </p:nvPr>
        </p:nvSpPr>
        <p:spPr>
          <a:xfrm>
            <a:off x="823912" y="591609"/>
            <a:ext cx="25497236" cy="917877"/>
          </a:xfrm>
          <a:prstGeom prst="rect">
            <a:avLst/>
          </a:prstGeom>
          <a:noFill/>
          <a:ln>
            <a:noFill/>
          </a:ln>
        </p:spPr>
        <p:txBody>
          <a:bodyPr spcFirstLastPara="1" wrap="square" lIns="91425" tIns="45700" rIns="91425" bIns="45700" anchor="ctr" anchorCtr="0">
            <a:noAutofit/>
          </a:bodyPr>
          <a:lstStyle>
            <a:lvl1pPr marL="304815" marR="0" lvl="0" indent="-152408" algn="l" rtl="0">
              <a:lnSpc>
                <a:spcPct val="90000"/>
              </a:lnSpc>
              <a:spcBef>
                <a:spcPts val="3200"/>
              </a:spcBef>
              <a:spcAft>
                <a:spcPts val="0"/>
              </a:spcAft>
              <a:buClr>
                <a:schemeClr val="lt1"/>
              </a:buClr>
              <a:buSzPts val="8800"/>
              <a:buFont typeface="Arial"/>
              <a:buNone/>
              <a:defRPr sz="5867" b="0" i="0" u="none" strike="noStrike" cap="none">
                <a:solidFill>
                  <a:schemeClr val="lt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152408" algn="l" rtl="0">
              <a:lnSpc>
                <a:spcPct val="90000"/>
              </a:lnSpc>
              <a:spcBef>
                <a:spcPts val="1600"/>
              </a:spcBef>
              <a:spcAft>
                <a:spcPts val="0"/>
              </a:spcAft>
              <a:buClr>
                <a:schemeClr val="dk1"/>
              </a:buClr>
              <a:buSzPts val="9600"/>
              <a:buFont typeface="Arial"/>
              <a:buNone/>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0" name="Google Shape;20;p3"/>
          <p:cNvSpPr txBox="1">
            <a:spLocks noGrp="1"/>
          </p:cNvSpPr>
          <p:nvPr>
            <p:ph type="body" idx="2"/>
          </p:nvPr>
        </p:nvSpPr>
        <p:spPr>
          <a:xfrm>
            <a:off x="283780" y="5970168"/>
            <a:ext cx="10405652" cy="462163"/>
          </a:xfrm>
          <a:prstGeom prst="rect">
            <a:avLst/>
          </a:prstGeom>
          <a:noFill/>
          <a:ln>
            <a:noFill/>
          </a:ln>
        </p:spPr>
        <p:txBody>
          <a:bodyPr spcFirstLastPara="1" wrap="square" lIns="91425" tIns="45700" rIns="91425" bIns="45700" anchor="ctr" anchorCtr="0">
            <a:noAutofit/>
          </a:bodyPr>
          <a:lstStyle>
            <a:lvl1pPr marL="304815" marR="0" lvl="0" indent="-152408" algn="ctr" rtl="0">
              <a:lnSpc>
                <a:spcPct val="90000"/>
              </a:lnSpc>
              <a:spcBef>
                <a:spcPts val="3200"/>
              </a:spcBef>
              <a:spcAft>
                <a:spcPts val="0"/>
              </a:spcAft>
              <a:buClr>
                <a:srgbClr val="AB0520"/>
              </a:buClr>
              <a:buSzPts val="4400"/>
              <a:buFont typeface="Arial"/>
              <a:buNone/>
              <a:defRPr sz="2933" b="1" i="0" u="none" strike="noStrike" cap="none">
                <a:solidFill>
                  <a:srgbClr val="AB0520"/>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1" name="Google Shape;21;p3"/>
          <p:cNvSpPr txBox="1">
            <a:spLocks noGrp="1"/>
          </p:cNvSpPr>
          <p:nvPr>
            <p:ph type="body" idx="3"/>
          </p:nvPr>
        </p:nvSpPr>
        <p:spPr>
          <a:xfrm>
            <a:off x="283779" y="6726876"/>
            <a:ext cx="10405652" cy="6390217"/>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2" name="Google Shape;22;p3"/>
          <p:cNvSpPr txBox="1">
            <a:spLocks noGrp="1"/>
          </p:cNvSpPr>
          <p:nvPr>
            <p:ph type="body" idx="4"/>
          </p:nvPr>
        </p:nvSpPr>
        <p:spPr>
          <a:xfrm>
            <a:off x="283778" y="14168347"/>
            <a:ext cx="10405652" cy="6390217"/>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3" name="Google Shape;23;p3"/>
          <p:cNvSpPr txBox="1">
            <a:spLocks noGrp="1"/>
          </p:cNvSpPr>
          <p:nvPr>
            <p:ph type="body" idx="5"/>
          </p:nvPr>
        </p:nvSpPr>
        <p:spPr>
          <a:xfrm>
            <a:off x="11272711" y="17636506"/>
            <a:ext cx="10405652" cy="2922058"/>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4" name="Google Shape;24;p3"/>
          <p:cNvSpPr txBox="1">
            <a:spLocks noGrp="1"/>
          </p:cNvSpPr>
          <p:nvPr>
            <p:ph type="body" idx="6"/>
          </p:nvPr>
        </p:nvSpPr>
        <p:spPr>
          <a:xfrm>
            <a:off x="22261642" y="6726767"/>
            <a:ext cx="10405652" cy="6390217"/>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5" name="Google Shape;25;p3"/>
          <p:cNvSpPr txBox="1">
            <a:spLocks noGrp="1"/>
          </p:cNvSpPr>
          <p:nvPr>
            <p:ph type="body" idx="7"/>
          </p:nvPr>
        </p:nvSpPr>
        <p:spPr>
          <a:xfrm>
            <a:off x="22261642" y="14168019"/>
            <a:ext cx="10405652" cy="2396285"/>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6" name="Google Shape;26;p3"/>
          <p:cNvSpPr txBox="1">
            <a:spLocks noGrp="1"/>
          </p:cNvSpPr>
          <p:nvPr>
            <p:ph type="body" idx="8"/>
          </p:nvPr>
        </p:nvSpPr>
        <p:spPr>
          <a:xfrm>
            <a:off x="22261639" y="17636506"/>
            <a:ext cx="10405652" cy="2922058"/>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7" name="Google Shape;27;p3"/>
          <p:cNvSpPr txBox="1">
            <a:spLocks noGrp="1"/>
          </p:cNvSpPr>
          <p:nvPr>
            <p:ph type="body" idx="9"/>
          </p:nvPr>
        </p:nvSpPr>
        <p:spPr>
          <a:xfrm>
            <a:off x="11272711" y="6756640"/>
            <a:ext cx="10405652" cy="4738674"/>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8" name="Google Shape;28;p3"/>
          <p:cNvSpPr txBox="1">
            <a:spLocks noGrp="1"/>
          </p:cNvSpPr>
          <p:nvPr>
            <p:ph type="body" idx="13"/>
          </p:nvPr>
        </p:nvSpPr>
        <p:spPr>
          <a:xfrm>
            <a:off x="11272711" y="11935316"/>
            <a:ext cx="10405652" cy="5261189"/>
          </a:xfrm>
          <a:prstGeom prst="rect">
            <a:avLst/>
          </a:prstGeom>
          <a:noFill/>
          <a:ln>
            <a:noFill/>
          </a:ln>
        </p:spPr>
        <p:txBody>
          <a:bodyPr spcFirstLastPara="1" wrap="square" lIns="91425" tIns="45700" rIns="91425" bIns="45700" anchor="t" anchorCtr="0">
            <a:noAutofit/>
          </a:bodyPr>
          <a:lstStyle>
            <a:lvl1pPr marL="304815" marR="0" lvl="0" indent="-152408" algn="l" rtl="0">
              <a:lnSpc>
                <a:spcPct val="90000"/>
              </a:lnSpc>
              <a:spcBef>
                <a:spcPts val="3200"/>
              </a:spcBef>
              <a:spcAft>
                <a:spcPts val="0"/>
              </a:spcAft>
              <a:buClr>
                <a:schemeClr val="dk1"/>
              </a:buClr>
              <a:buSzPts val="3600"/>
              <a:buFont typeface="Arial"/>
              <a:buNone/>
              <a:defRPr sz="2400" b="0" i="0" u="none" strike="noStrike" cap="none">
                <a:solidFill>
                  <a:schemeClr val="dk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29" name="Google Shape;29;p3"/>
          <p:cNvSpPr txBox="1">
            <a:spLocks noGrp="1"/>
          </p:cNvSpPr>
          <p:nvPr>
            <p:ph type="body" idx="14"/>
          </p:nvPr>
        </p:nvSpPr>
        <p:spPr>
          <a:xfrm>
            <a:off x="11272711" y="5977011"/>
            <a:ext cx="10405652" cy="462163"/>
          </a:xfrm>
          <a:prstGeom prst="rect">
            <a:avLst/>
          </a:prstGeom>
          <a:noFill/>
          <a:ln>
            <a:noFill/>
          </a:ln>
        </p:spPr>
        <p:txBody>
          <a:bodyPr spcFirstLastPara="1" wrap="square" lIns="91425" tIns="45700" rIns="91425" bIns="45700" anchor="ctr" anchorCtr="0">
            <a:noAutofit/>
          </a:bodyPr>
          <a:lstStyle>
            <a:lvl1pPr marL="304815" marR="0" lvl="0" indent="-152408" algn="ctr" rtl="0">
              <a:lnSpc>
                <a:spcPct val="90000"/>
              </a:lnSpc>
              <a:spcBef>
                <a:spcPts val="3200"/>
              </a:spcBef>
              <a:spcAft>
                <a:spcPts val="0"/>
              </a:spcAft>
              <a:buClr>
                <a:srgbClr val="AB0520"/>
              </a:buClr>
              <a:buSzPts val="4400"/>
              <a:buFont typeface="Arial"/>
              <a:buNone/>
              <a:defRPr sz="2933" b="1" i="0" u="none" strike="noStrike" cap="none">
                <a:solidFill>
                  <a:srgbClr val="AB0520"/>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0" name="Google Shape;30;p3"/>
          <p:cNvSpPr txBox="1">
            <a:spLocks noGrp="1"/>
          </p:cNvSpPr>
          <p:nvPr>
            <p:ph type="body" idx="15"/>
          </p:nvPr>
        </p:nvSpPr>
        <p:spPr>
          <a:xfrm>
            <a:off x="283777" y="13411421"/>
            <a:ext cx="10405652" cy="462163"/>
          </a:xfrm>
          <a:prstGeom prst="rect">
            <a:avLst/>
          </a:prstGeom>
          <a:noFill/>
          <a:ln>
            <a:noFill/>
          </a:ln>
        </p:spPr>
        <p:txBody>
          <a:bodyPr spcFirstLastPara="1" wrap="square" lIns="91425" tIns="45700" rIns="91425" bIns="45700" anchor="ctr" anchorCtr="0">
            <a:noAutofit/>
          </a:bodyPr>
          <a:lstStyle>
            <a:lvl1pPr marL="304815" marR="0" lvl="0" indent="-152408" algn="ctr" rtl="0">
              <a:lnSpc>
                <a:spcPct val="90000"/>
              </a:lnSpc>
              <a:spcBef>
                <a:spcPts val="3200"/>
              </a:spcBef>
              <a:spcAft>
                <a:spcPts val="0"/>
              </a:spcAft>
              <a:buClr>
                <a:srgbClr val="AB0520"/>
              </a:buClr>
              <a:buSzPts val="4400"/>
              <a:buFont typeface="Arial"/>
              <a:buNone/>
              <a:defRPr sz="2933" b="1" i="0" u="none" strike="noStrike" cap="none">
                <a:solidFill>
                  <a:srgbClr val="AB0520"/>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1" name="Google Shape;31;p3"/>
          <p:cNvSpPr txBox="1">
            <a:spLocks noGrp="1"/>
          </p:cNvSpPr>
          <p:nvPr>
            <p:ph type="body" idx="16"/>
          </p:nvPr>
        </p:nvSpPr>
        <p:spPr>
          <a:xfrm>
            <a:off x="22261639" y="5997320"/>
            <a:ext cx="10405652" cy="462163"/>
          </a:xfrm>
          <a:prstGeom prst="rect">
            <a:avLst/>
          </a:prstGeom>
          <a:noFill/>
          <a:ln>
            <a:noFill/>
          </a:ln>
        </p:spPr>
        <p:txBody>
          <a:bodyPr spcFirstLastPara="1" wrap="square" lIns="91425" tIns="45700" rIns="91425" bIns="45700" anchor="ctr" anchorCtr="0">
            <a:noAutofit/>
          </a:bodyPr>
          <a:lstStyle>
            <a:lvl1pPr marL="304815" marR="0" lvl="0" indent="-152408" algn="ctr" rtl="0">
              <a:lnSpc>
                <a:spcPct val="90000"/>
              </a:lnSpc>
              <a:spcBef>
                <a:spcPts val="3200"/>
              </a:spcBef>
              <a:spcAft>
                <a:spcPts val="0"/>
              </a:spcAft>
              <a:buClr>
                <a:srgbClr val="AB0520"/>
              </a:buClr>
              <a:buSzPts val="4400"/>
              <a:buFont typeface="Arial"/>
              <a:buNone/>
              <a:defRPr sz="2933" b="1" i="0" u="none" strike="noStrike" cap="none">
                <a:solidFill>
                  <a:srgbClr val="AB0520"/>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2" name="Google Shape;32;p3"/>
          <p:cNvSpPr txBox="1">
            <a:spLocks noGrp="1"/>
          </p:cNvSpPr>
          <p:nvPr>
            <p:ph type="body" idx="17"/>
          </p:nvPr>
        </p:nvSpPr>
        <p:spPr>
          <a:xfrm>
            <a:off x="22261639" y="13411421"/>
            <a:ext cx="10405652" cy="462163"/>
          </a:xfrm>
          <a:prstGeom prst="rect">
            <a:avLst/>
          </a:prstGeom>
          <a:noFill/>
          <a:ln>
            <a:noFill/>
          </a:ln>
        </p:spPr>
        <p:txBody>
          <a:bodyPr spcFirstLastPara="1" wrap="square" lIns="91425" tIns="45700" rIns="91425" bIns="45700" anchor="ctr" anchorCtr="0">
            <a:noAutofit/>
          </a:bodyPr>
          <a:lstStyle>
            <a:lvl1pPr marL="304815" marR="0" lvl="0" indent="-152408" algn="ctr" rtl="0">
              <a:lnSpc>
                <a:spcPct val="90000"/>
              </a:lnSpc>
              <a:spcBef>
                <a:spcPts val="3200"/>
              </a:spcBef>
              <a:spcAft>
                <a:spcPts val="0"/>
              </a:spcAft>
              <a:buClr>
                <a:srgbClr val="AB0520"/>
              </a:buClr>
              <a:buSzPts val="4400"/>
              <a:buFont typeface="Arial"/>
              <a:buNone/>
              <a:defRPr sz="2933" b="1" i="0" u="none" strike="noStrike" cap="none">
                <a:solidFill>
                  <a:srgbClr val="AB0520"/>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3" name="Google Shape;33;p3"/>
          <p:cNvSpPr txBox="1">
            <a:spLocks noGrp="1"/>
          </p:cNvSpPr>
          <p:nvPr>
            <p:ph type="body" idx="18"/>
          </p:nvPr>
        </p:nvSpPr>
        <p:spPr>
          <a:xfrm>
            <a:off x="22261639" y="16869323"/>
            <a:ext cx="10405652" cy="462163"/>
          </a:xfrm>
          <a:prstGeom prst="rect">
            <a:avLst/>
          </a:prstGeom>
          <a:noFill/>
          <a:ln>
            <a:noFill/>
          </a:ln>
        </p:spPr>
        <p:txBody>
          <a:bodyPr spcFirstLastPara="1" wrap="square" lIns="91425" tIns="45700" rIns="91425" bIns="45700" anchor="ctr" anchorCtr="0">
            <a:noAutofit/>
          </a:bodyPr>
          <a:lstStyle>
            <a:lvl1pPr marL="304815" marR="0" lvl="0" indent="-152408" algn="ctr" rtl="0">
              <a:lnSpc>
                <a:spcPct val="90000"/>
              </a:lnSpc>
              <a:spcBef>
                <a:spcPts val="3200"/>
              </a:spcBef>
              <a:spcAft>
                <a:spcPts val="0"/>
              </a:spcAft>
              <a:buClr>
                <a:srgbClr val="AB0520"/>
              </a:buClr>
              <a:buSzPts val="4400"/>
              <a:buFont typeface="Arial"/>
              <a:buNone/>
              <a:defRPr sz="2933" b="1" i="0" u="none" strike="noStrike" cap="none">
                <a:solidFill>
                  <a:srgbClr val="AB0520"/>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4" name="Google Shape;34;p3"/>
          <p:cNvSpPr txBox="1">
            <a:spLocks noGrp="1"/>
          </p:cNvSpPr>
          <p:nvPr>
            <p:ph type="body" idx="19"/>
          </p:nvPr>
        </p:nvSpPr>
        <p:spPr>
          <a:xfrm>
            <a:off x="823912" y="1736726"/>
            <a:ext cx="25497236" cy="664729"/>
          </a:xfrm>
          <a:prstGeom prst="rect">
            <a:avLst/>
          </a:prstGeom>
          <a:noFill/>
          <a:ln>
            <a:noFill/>
          </a:ln>
        </p:spPr>
        <p:txBody>
          <a:bodyPr spcFirstLastPara="1" wrap="square" lIns="91425" tIns="45700" rIns="91425" bIns="45700" anchor="ctr" anchorCtr="0">
            <a:noAutofit/>
          </a:bodyPr>
          <a:lstStyle>
            <a:lvl1pPr marL="304815" marR="0" lvl="0" indent="-152408" algn="l" rtl="0">
              <a:lnSpc>
                <a:spcPct val="90000"/>
              </a:lnSpc>
              <a:spcBef>
                <a:spcPts val="3200"/>
              </a:spcBef>
              <a:spcAft>
                <a:spcPts val="0"/>
              </a:spcAft>
              <a:buClr>
                <a:schemeClr val="lt1"/>
              </a:buClr>
              <a:buSzPts val="5400"/>
              <a:buFont typeface="Arial"/>
              <a:buNone/>
              <a:defRPr sz="3600" b="0" i="0" u="none" strike="noStrike" cap="none">
                <a:solidFill>
                  <a:schemeClr val="lt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5" name="Google Shape;35;p3"/>
          <p:cNvSpPr txBox="1">
            <a:spLocks noGrp="1"/>
          </p:cNvSpPr>
          <p:nvPr>
            <p:ph type="body" idx="20"/>
          </p:nvPr>
        </p:nvSpPr>
        <p:spPr>
          <a:xfrm>
            <a:off x="823912" y="2604559"/>
            <a:ext cx="25497236" cy="628169"/>
          </a:xfrm>
          <a:prstGeom prst="rect">
            <a:avLst/>
          </a:prstGeom>
          <a:noFill/>
          <a:ln>
            <a:noFill/>
          </a:ln>
        </p:spPr>
        <p:txBody>
          <a:bodyPr spcFirstLastPara="1" wrap="square" lIns="91425" tIns="45700" rIns="91425" bIns="45700" anchor="ctr" anchorCtr="0">
            <a:noAutofit/>
          </a:bodyPr>
          <a:lstStyle>
            <a:lvl1pPr marL="304815" marR="0" lvl="0" indent="-152408" algn="l" rtl="0">
              <a:lnSpc>
                <a:spcPct val="90000"/>
              </a:lnSpc>
              <a:spcBef>
                <a:spcPts val="3200"/>
              </a:spcBef>
              <a:spcAft>
                <a:spcPts val="0"/>
              </a:spcAft>
              <a:buClr>
                <a:schemeClr val="lt1"/>
              </a:buClr>
              <a:buSzPts val="3600"/>
              <a:buFont typeface="Arial"/>
              <a:buNone/>
              <a:defRPr sz="2400" b="0" i="0" u="none" strike="noStrike" cap="none">
                <a:solidFill>
                  <a:schemeClr val="lt1"/>
                </a:solidFill>
                <a:latin typeface="Verdana"/>
                <a:ea typeface="Verdana"/>
                <a:cs typeface="Verdana"/>
                <a:sym typeface="Verdana"/>
              </a:defRPr>
            </a:lvl1pPr>
            <a:lvl2pPr marL="609630" marR="0" lvl="1" indent="-640112"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L="1524076" marR="0" lvl="4"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L="1828891" marR="0" lvl="5"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L="2133707" marR="0" lvl="6"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L="2438522" marR="0" lvl="7" indent="-51818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L="2743337" marR="0" lvl="8" indent="-51818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6" name="Google Shape;36;p3"/>
          <p:cNvSpPr>
            <a:spLocks noGrp="1"/>
          </p:cNvSpPr>
          <p:nvPr>
            <p:ph type="pic" idx="21"/>
          </p:nvPr>
        </p:nvSpPr>
        <p:spPr>
          <a:xfrm>
            <a:off x="14058900" y="3748527"/>
            <a:ext cx="4800600" cy="142000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3200"/>
              </a:spcBef>
              <a:spcAft>
                <a:spcPts val="0"/>
              </a:spcAft>
              <a:buClr>
                <a:schemeClr val="dk1"/>
              </a:buClr>
              <a:buSzPts val="4000"/>
              <a:buFont typeface="Arial"/>
              <a:buNone/>
              <a:defRPr sz="2667" b="0" i="0" u="none" strike="noStrike" cap="none">
                <a:solidFill>
                  <a:schemeClr val="dk1"/>
                </a:solidFill>
                <a:latin typeface="Verdana"/>
                <a:ea typeface="Verdana"/>
                <a:cs typeface="Verdana"/>
                <a:sym typeface="Verdana"/>
              </a:defRPr>
            </a:lvl1pPr>
            <a:lvl2pPr marR="0" lvl="1"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R="0" lvl="2"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R="0" lvl="3"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R="0" lvl="4"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R="0" lvl="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R="0" lvl="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R="0" lvl="7"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R="0" lvl="8"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37" name="Google Shape;37;p3"/>
          <p:cNvSpPr>
            <a:spLocks noGrp="1"/>
          </p:cNvSpPr>
          <p:nvPr>
            <p:ph type="pic" idx="22"/>
          </p:nvPr>
        </p:nvSpPr>
        <p:spPr>
          <a:xfrm>
            <a:off x="20373443" y="3731027"/>
            <a:ext cx="4800600" cy="1433629"/>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3200"/>
              </a:spcBef>
              <a:spcAft>
                <a:spcPts val="0"/>
              </a:spcAft>
              <a:buClr>
                <a:schemeClr val="dk1"/>
              </a:buClr>
              <a:buSzPts val="4000"/>
              <a:buFont typeface="Arial"/>
              <a:buNone/>
              <a:defRPr sz="2667" b="0" i="0" u="none" strike="noStrike" cap="none">
                <a:solidFill>
                  <a:schemeClr val="dk1"/>
                </a:solidFill>
                <a:latin typeface="Verdana"/>
                <a:ea typeface="Verdana"/>
                <a:cs typeface="Verdana"/>
                <a:sym typeface="Verdana"/>
              </a:defRPr>
            </a:lvl1pPr>
            <a:lvl2pPr marR="0" lvl="1"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R="0" lvl="2"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R="0" lvl="3"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R="0" lvl="4"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R="0" lvl="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R="0" lvl="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R="0" lvl="7"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R="0" lvl="8"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38" name="Google Shape;38;p3"/>
          <p:cNvSpPr>
            <a:spLocks noGrp="1"/>
          </p:cNvSpPr>
          <p:nvPr>
            <p:ph type="pic" idx="23"/>
          </p:nvPr>
        </p:nvSpPr>
        <p:spPr>
          <a:xfrm>
            <a:off x="7744357" y="3748527"/>
            <a:ext cx="4800600" cy="142000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3200"/>
              </a:spcBef>
              <a:spcAft>
                <a:spcPts val="0"/>
              </a:spcAft>
              <a:buClr>
                <a:schemeClr val="dk1"/>
              </a:buClr>
              <a:buSzPts val="4000"/>
              <a:buFont typeface="Arial"/>
              <a:buNone/>
              <a:defRPr sz="2667" b="0" i="0" u="none" strike="noStrike" cap="none">
                <a:solidFill>
                  <a:schemeClr val="dk1"/>
                </a:solidFill>
                <a:latin typeface="Verdana"/>
                <a:ea typeface="Verdana"/>
                <a:cs typeface="Verdana"/>
                <a:sym typeface="Verdana"/>
              </a:defRPr>
            </a:lvl1pPr>
            <a:lvl2pPr marR="0" lvl="1" algn="l" rtl="0">
              <a:lnSpc>
                <a:spcPct val="90000"/>
              </a:lnSpc>
              <a:spcBef>
                <a:spcPts val="1600"/>
              </a:spcBef>
              <a:spcAft>
                <a:spcPts val="0"/>
              </a:spcAft>
              <a:buClr>
                <a:schemeClr val="dk1"/>
              </a:buClr>
              <a:buSzPts val="11520"/>
              <a:buFont typeface="Arial"/>
              <a:buChar char="•"/>
              <a:defRPr sz="7680" b="0" i="0" u="none" strike="noStrike" cap="none">
                <a:solidFill>
                  <a:schemeClr val="dk1"/>
                </a:solidFill>
                <a:latin typeface="Calibri"/>
                <a:ea typeface="Calibri"/>
                <a:cs typeface="Calibri"/>
                <a:sym typeface="Calibri"/>
              </a:defRPr>
            </a:lvl2pPr>
            <a:lvl3pPr marR="0" lvl="2"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R="0" lvl="3"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4pPr>
            <a:lvl5pPr marR="0" lvl="4"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5pPr>
            <a:lvl6pPr marR="0" lvl="5"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6pPr>
            <a:lvl7pPr marR="0" lvl="6"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7pPr>
            <a:lvl8pPr marR="0" lvl="7"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8pPr>
            <a:lvl9pPr marR="0" lvl="8" algn="l" rtl="0">
              <a:lnSpc>
                <a:spcPct val="90000"/>
              </a:lnSpc>
              <a:spcBef>
                <a:spcPts val="1600"/>
              </a:spcBef>
              <a:spcAft>
                <a:spcPts val="0"/>
              </a:spcAft>
              <a:buClr>
                <a:schemeClr val="dk1"/>
              </a:buClr>
              <a:buSzPts val="8640"/>
              <a:buFont typeface="Arial"/>
              <a:buChar char="•"/>
              <a:defRPr sz="5760" b="0" i="0" u="none" strike="noStrike" cap="none">
                <a:solidFill>
                  <a:schemeClr val="dk1"/>
                </a:solidFill>
                <a:latin typeface="Calibri"/>
                <a:ea typeface="Calibri"/>
                <a:cs typeface="Calibri"/>
                <a:sym typeface="Calibri"/>
              </a:defRPr>
            </a:lvl9pPr>
          </a:lstStyle>
          <a:p>
            <a:r>
              <a:rPr lang="en-US"/>
              <a:t>Click icon to add picture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6"/>
        <p:cNvGrpSpPr/>
        <p:nvPr/>
      </p:nvGrpSpPr>
      <p:grpSpPr>
        <a:xfrm>
          <a:off x="0" y="0"/>
          <a:ext cx="0" cy="0"/>
          <a:chOff x="0" y="0"/>
          <a:chExt cx="0" cy="0"/>
        </a:xfrm>
      </p:grpSpPr>
      <p:sp>
        <p:nvSpPr>
          <p:cNvPr id="47" name="Google Shape;47;p5"/>
          <p:cNvSpPr/>
          <p:nvPr/>
        </p:nvSpPr>
        <p:spPr>
          <a:xfrm>
            <a:off x="1" y="1"/>
            <a:ext cx="32918399" cy="3570515"/>
          </a:xfrm>
          <a:prstGeom prst="rect">
            <a:avLst/>
          </a:prstGeom>
          <a:solidFill>
            <a:srgbClr val="002044"/>
          </a:solidFill>
          <a:ln>
            <a:noFill/>
          </a:ln>
        </p:spPr>
        <p:txBody>
          <a:bodyPr spcFirstLastPara="1" wrap="square" lIns="60933" tIns="30467" rIns="60933" bIns="30467" anchor="ctr" anchorCtr="0">
            <a:noAutofit/>
          </a:bodyPr>
          <a:lstStyle/>
          <a:p>
            <a:pPr marL="0" marR="0" lvl="0" indent="0" algn="ctr" rtl="0">
              <a:spcBef>
                <a:spcPts val="0"/>
              </a:spcBef>
              <a:spcAft>
                <a:spcPts val="0"/>
              </a:spcAft>
              <a:buNone/>
            </a:pPr>
            <a:endParaRPr sz="1267">
              <a:solidFill>
                <a:schemeClr val="lt1"/>
              </a:solidFill>
              <a:latin typeface="Verdana"/>
              <a:ea typeface="Verdana"/>
              <a:cs typeface="Verdana"/>
              <a:sym typeface="Verdana"/>
            </a:endParaRPr>
          </a:p>
        </p:txBody>
      </p:sp>
      <p:sp>
        <p:nvSpPr>
          <p:cNvPr id="48" name="Google Shape;48;p5"/>
          <p:cNvSpPr txBox="1">
            <a:spLocks noGrp="1"/>
          </p:cNvSpPr>
          <p:nvPr>
            <p:ph type="body" idx="1"/>
          </p:nvPr>
        </p:nvSpPr>
        <p:spPr>
          <a:xfrm>
            <a:off x="823916" y="591614"/>
            <a:ext cx="25497233" cy="917879"/>
          </a:xfrm>
          <a:prstGeom prst="rect">
            <a:avLst/>
          </a:prstGeom>
          <a:noFill/>
          <a:ln>
            <a:noFill/>
          </a:ln>
        </p:spPr>
        <p:txBody>
          <a:bodyPr spcFirstLastPara="1" wrap="square" lIns="91400" tIns="45700" rIns="91400" bIns="45700" anchor="ctr" anchorCtr="0">
            <a:noAutofit/>
          </a:bodyPr>
          <a:lstStyle>
            <a:lvl1pPr marL="304815" marR="0" lvl="0" indent="-152408" algn="l" rtl="0">
              <a:lnSpc>
                <a:spcPct val="90000"/>
              </a:lnSpc>
              <a:spcBef>
                <a:spcPts val="3200"/>
              </a:spcBef>
              <a:spcAft>
                <a:spcPts val="0"/>
              </a:spcAft>
              <a:buClr>
                <a:schemeClr val="lt1"/>
              </a:buClr>
              <a:buSzPts val="8600"/>
              <a:buFont typeface="Arial"/>
              <a:buNone/>
              <a:defRPr sz="5734" b="0" i="0" u="none" strike="noStrike" cap="none">
                <a:solidFill>
                  <a:schemeClr val="lt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152408" algn="l" rtl="0">
              <a:lnSpc>
                <a:spcPct val="90000"/>
              </a:lnSpc>
              <a:spcBef>
                <a:spcPts val="1600"/>
              </a:spcBef>
              <a:spcAft>
                <a:spcPts val="0"/>
              </a:spcAft>
              <a:buClr>
                <a:schemeClr val="dk1"/>
              </a:buClr>
              <a:buSzPts val="9600"/>
              <a:buFont typeface="Arial"/>
              <a:buNone/>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pic>
        <p:nvPicPr>
          <p:cNvPr id="49" name="Google Shape;49;p5"/>
          <p:cNvPicPr preferRelativeResize="0"/>
          <p:nvPr/>
        </p:nvPicPr>
        <p:blipFill rotWithShape="1">
          <a:blip r:embed="rId2">
            <a:alphaModFix/>
          </a:blip>
          <a:srcRect/>
          <a:stretch/>
        </p:blipFill>
        <p:spPr>
          <a:xfrm>
            <a:off x="823919" y="3963695"/>
            <a:ext cx="6062663" cy="919728"/>
          </a:xfrm>
          <a:prstGeom prst="rect">
            <a:avLst/>
          </a:prstGeom>
          <a:noFill/>
          <a:ln>
            <a:noFill/>
          </a:ln>
        </p:spPr>
      </p:pic>
      <p:sp>
        <p:nvSpPr>
          <p:cNvPr id="50" name="Google Shape;50;p5"/>
          <p:cNvSpPr txBox="1">
            <a:spLocks noGrp="1"/>
          </p:cNvSpPr>
          <p:nvPr>
            <p:ph type="body" idx="2"/>
          </p:nvPr>
        </p:nvSpPr>
        <p:spPr>
          <a:xfrm>
            <a:off x="823916" y="1736727"/>
            <a:ext cx="25497233" cy="664729"/>
          </a:xfrm>
          <a:prstGeom prst="rect">
            <a:avLst/>
          </a:prstGeom>
          <a:noFill/>
          <a:ln>
            <a:noFill/>
          </a:ln>
        </p:spPr>
        <p:txBody>
          <a:bodyPr spcFirstLastPara="1" wrap="square" lIns="91400" tIns="45700" rIns="91400" bIns="45700" anchor="ctr" anchorCtr="0">
            <a:noAutofit/>
          </a:bodyPr>
          <a:lstStyle>
            <a:lvl1pPr marL="304815" marR="0" lvl="0" indent="-152408" algn="l" rtl="0">
              <a:lnSpc>
                <a:spcPct val="90000"/>
              </a:lnSpc>
              <a:spcBef>
                <a:spcPts val="3200"/>
              </a:spcBef>
              <a:spcAft>
                <a:spcPts val="0"/>
              </a:spcAft>
              <a:buClr>
                <a:schemeClr val="lt1"/>
              </a:buClr>
              <a:buSzPts val="5300"/>
              <a:buFont typeface="Arial"/>
              <a:buNone/>
              <a:defRPr sz="3534" b="0" i="0" u="none" strike="noStrike" cap="none">
                <a:solidFill>
                  <a:schemeClr val="lt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1" name="Google Shape;51;p5"/>
          <p:cNvSpPr txBox="1">
            <a:spLocks noGrp="1"/>
          </p:cNvSpPr>
          <p:nvPr>
            <p:ph type="body" idx="3"/>
          </p:nvPr>
        </p:nvSpPr>
        <p:spPr>
          <a:xfrm>
            <a:off x="823916" y="2604565"/>
            <a:ext cx="25497233" cy="628169"/>
          </a:xfrm>
          <a:prstGeom prst="rect">
            <a:avLst/>
          </a:prstGeom>
          <a:noFill/>
          <a:ln>
            <a:noFill/>
          </a:ln>
        </p:spPr>
        <p:txBody>
          <a:bodyPr spcFirstLastPara="1" wrap="square" lIns="91400" tIns="45700" rIns="91400" bIns="45700" anchor="ctr" anchorCtr="0">
            <a:noAutofit/>
          </a:bodyPr>
          <a:lstStyle>
            <a:lvl1pPr marL="304815" marR="0" lvl="0" indent="-152408" algn="l" rtl="0">
              <a:lnSpc>
                <a:spcPct val="90000"/>
              </a:lnSpc>
              <a:spcBef>
                <a:spcPts val="3200"/>
              </a:spcBef>
              <a:spcAft>
                <a:spcPts val="0"/>
              </a:spcAft>
              <a:buClr>
                <a:schemeClr val="lt1"/>
              </a:buClr>
              <a:buSzPts val="3400"/>
              <a:buFont typeface="Arial"/>
              <a:buNone/>
              <a:defRPr sz="2267" b="0" i="0" u="none" strike="noStrike" cap="none">
                <a:solidFill>
                  <a:schemeClr val="lt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2" name="Google Shape;52;p5"/>
          <p:cNvSpPr txBox="1">
            <a:spLocks noGrp="1"/>
          </p:cNvSpPr>
          <p:nvPr>
            <p:ph type="body" idx="4"/>
          </p:nvPr>
        </p:nvSpPr>
        <p:spPr>
          <a:xfrm>
            <a:off x="8505864" y="5970167"/>
            <a:ext cx="7692776" cy="462163"/>
          </a:xfrm>
          <a:prstGeom prst="rect">
            <a:avLst/>
          </a:prstGeom>
          <a:noFill/>
          <a:ln>
            <a:noFill/>
          </a:ln>
        </p:spPr>
        <p:txBody>
          <a:bodyPr spcFirstLastPara="1" wrap="square" lIns="91400" tIns="45700" rIns="91400" bIns="45700" anchor="ctr" anchorCtr="0">
            <a:noAutofit/>
          </a:bodyPr>
          <a:lstStyle>
            <a:lvl1pPr marL="304815" marR="0" lvl="0" indent="-152408" algn="ctr" rtl="0">
              <a:lnSpc>
                <a:spcPct val="90000"/>
              </a:lnSpc>
              <a:spcBef>
                <a:spcPts val="3200"/>
              </a:spcBef>
              <a:spcAft>
                <a:spcPts val="0"/>
              </a:spcAft>
              <a:buClr>
                <a:srgbClr val="AB0520"/>
              </a:buClr>
              <a:buSzPts val="4300"/>
              <a:buFont typeface="Arial"/>
              <a:buNone/>
              <a:defRPr sz="2867" b="1" i="0" u="none" strike="noStrike" cap="none">
                <a:solidFill>
                  <a:srgbClr val="AB0520"/>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3" name="Google Shape;53;p5"/>
          <p:cNvSpPr txBox="1">
            <a:spLocks noGrp="1"/>
          </p:cNvSpPr>
          <p:nvPr>
            <p:ph type="body" idx="5"/>
          </p:nvPr>
        </p:nvSpPr>
        <p:spPr>
          <a:xfrm>
            <a:off x="283783" y="6726773"/>
            <a:ext cx="7662042" cy="6390217"/>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4" name="Google Shape;54;p5"/>
          <p:cNvSpPr txBox="1">
            <a:spLocks noGrp="1"/>
          </p:cNvSpPr>
          <p:nvPr>
            <p:ph type="body" idx="6"/>
          </p:nvPr>
        </p:nvSpPr>
        <p:spPr>
          <a:xfrm>
            <a:off x="283783" y="13411639"/>
            <a:ext cx="7662042" cy="462163"/>
          </a:xfrm>
          <a:prstGeom prst="rect">
            <a:avLst/>
          </a:prstGeom>
          <a:noFill/>
          <a:ln>
            <a:noFill/>
          </a:ln>
        </p:spPr>
        <p:txBody>
          <a:bodyPr spcFirstLastPara="1" wrap="square" lIns="91400" tIns="45700" rIns="91400" bIns="45700" anchor="ctr" anchorCtr="0">
            <a:noAutofit/>
          </a:bodyPr>
          <a:lstStyle>
            <a:lvl1pPr marL="304815" marR="0" lvl="0" indent="-334450" algn="l" rtl="0">
              <a:lnSpc>
                <a:spcPct val="90000"/>
              </a:lnSpc>
              <a:spcBef>
                <a:spcPts val="3200"/>
              </a:spcBef>
              <a:spcAft>
                <a:spcPts val="0"/>
              </a:spcAft>
              <a:buClr>
                <a:srgbClr val="AB0520"/>
              </a:buClr>
              <a:buSzPts val="4300"/>
              <a:buFont typeface="Arial"/>
              <a:buChar char="•"/>
              <a:defRPr sz="2867" b="1" i="0" u="none" strike="noStrike" cap="none">
                <a:solidFill>
                  <a:srgbClr val="AB0520"/>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5" name="Google Shape;55;p5"/>
          <p:cNvSpPr txBox="1">
            <a:spLocks noGrp="1"/>
          </p:cNvSpPr>
          <p:nvPr>
            <p:ph type="body" idx="7"/>
          </p:nvPr>
        </p:nvSpPr>
        <p:spPr>
          <a:xfrm>
            <a:off x="283783" y="14168352"/>
            <a:ext cx="7662042" cy="6390217"/>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6" name="Google Shape;56;p5"/>
          <p:cNvSpPr txBox="1">
            <a:spLocks noGrp="1"/>
          </p:cNvSpPr>
          <p:nvPr>
            <p:ph type="body" idx="8"/>
          </p:nvPr>
        </p:nvSpPr>
        <p:spPr>
          <a:xfrm>
            <a:off x="8505864" y="17636511"/>
            <a:ext cx="7692776" cy="2922057"/>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7" name="Google Shape;57;p5"/>
          <p:cNvSpPr txBox="1">
            <a:spLocks noGrp="1"/>
          </p:cNvSpPr>
          <p:nvPr>
            <p:ph type="body" idx="9"/>
          </p:nvPr>
        </p:nvSpPr>
        <p:spPr>
          <a:xfrm>
            <a:off x="24925288" y="6726773"/>
            <a:ext cx="7742012" cy="6390217"/>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8" name="Google Shape;58;p5"/>
          <p:cNvSpPr txBox="1">
            <a:spLocks noGrp="1"/>
          </p:cNvSpPr>
          <p:nvPr>
            <p:ph type="body" idx="13"/>
          </p:nvPr>
        </p:nvSpPr>
        <p:spPr>
          <a:xfrm>
            <a:off x="24925288" y="13411421"/>
            <a:ext cx="7742012" cy="462163"/>
          </a:xfrm>
          <a:prstGeom prst="rect">
            <a:avLst/>
          </a:prstGeom>
          <a:noFill/>
          <a:ln>
            <a:noFill/>
          </a:ln>
        </p:spPr>
        <p:txBody>
          <a:bodyPr spcFirstLastPara="1" wrap="square" lIns="91400" tIns="45700" rIns="91400" bIns="45700" anchor="ctr" anchorCtr="0">
            <a:noAutofit/>
          </a:bodyPr>
          <a:lstStyle>
            <a:lvl1pPr marL="304815" marR="0" lvl="0" indent="-334450" algn="l" rtl="0">
              <a:lnSpc>
                <a:spcPct val="90000"/>
              </a:lnSpc>
              <a:spcBef>
                <a:spcPts val="3200"/>
              </a:spcBef>
              <a:spcAft>
                <a:spcPts val="0"/>
              </a:spcAft>
              <a:buClr>
                <a:srgbClr val="AB0520"/>
              </a:buClr>
              <a:buSzPts val="4300"/>
              <a:buFont typeface="Arial"/>
              <a:buChar char="•"/>
              <a:defRPr sz="2867" b="1" i="0" u="none" strike="noStrike" cap="none">
                <a:solidFill>
                  <a:srgbClr val="AB0520"/>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59" name="Google Shape;59;p5"/>
          <p:cNvSpPr txBox="1">
            <a:spLocks noGrp="1"/>
          </p:cNvSpPr>
          <p:nvPr>
            <p:ph type="body" idx="14"/>
          </p:nvPr>
        </p:nvSpPr>
        <p:spPr>
          <a:xfrm>
            <a:off x="24925288" y="14168024"/>
            <a:ext cx="7742012" cy="2396285"/>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60" name="Google Shape;60;p5"/>
          <p:cNvSpPr txBox="1">
            <a:spLocks noGrp="1"/>
          </p:cNvSpPr>
          <p:nvPr>
            <p:ph type="body" idx="15"/>
          </p:nvPr>
        </p:nvSpPr>
        <p:spPr>
          <a:xfrm>
            <a:off x="24925288" y="16858740"/>
            <a:ext cx="7742012" cy="462163"/>
          </a:xfrm>
          <a:prstGeom prst="rect">
            <a:avLst/>
          </a:prstGeom>
          <a:noFill/>
          <a:ln>
            <a:noFill/>
          </a:ln>
        </p:spPr>
        <p:txBody>
          <a:bodyPr spcFirstLastPara="1" wrap="square" lIns="91400" tIns="45700" rIns="91400" bIns="45700" anchor="ctr" anchorCtr="0">
            <a:noAutofit/>
          </a:bodyPr>
          <a:lstStyle>
            <a:lvl1pPr marL="304815" marR="0" lvl="0" indent="-334450" algn="l" rtl="0">
              <a:lnSpc>
                <a:spcPct val="90000"/>
              </a:lnSpc>
              <a:spcBef>
                <a:spcPts val="3200"/>
              </a:spcBef>
              <a:spcAft>
                <a:spcPts val="0"/>
              </a:spcAft>
              <a:buClr>
                <a:srgbClr val="AB0520"/>
              </a:buClr>
              <a:buSzPts val="4300"/>
              <a:buFont typeface="Arial"/>
              <a:buChar char="•"/>
              <a:defRPr sz="2867" b="1" i="0" u="none" strike="noStrike" cap="none">
                <a:solidFill>
                  <a:srgbClr val="AB0520"/>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61" name="Google Shape;61;p5"/>
          <p:cNvSpPr txBox="1">
            <a:spLocks noGrp="1"/>
          </p:cNvSpPr>
          <p:nvPr>
            <p:ph type="body" idx="16"/>
          </p:nvPr>
        </p:nvSpPr>
        <p:spPr>
          <a:xfrm>
            <a:off x="24925288" y="17636511"/>
            <a:ext cx="7742012" cy="2922057"/>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62" name="Google Shape;62;p5"/>
          <p:cNvSpPr txBox="1">
            <a:spLocks noGrp="1"/>
          </p:cNvSpPr>
          <p:nvPr>
            <p:ph type="body" idx="17"/>
          </p:nvPr>
        </p:nvSpPr>
        <p:spPr>
          <a:xfrm>
            <a:off x="16758554" y="5970167"/>
            <a:ext cx="7692776" cy="462163"/>
          </a:xfrm>
          <a:prstGeom prst="rect">
            <a:avLst/>
          </a:prstGeom>
          <a:noFill/>
          <a:ln>
            <a:noFill/>
          </a:ln>
        </p:spPr>
        <p:txBody>
          <a:bodyPr spcFirstLastPara="1" wrap="square" lIns="91400" tIns="45700" rIns="91400" bIns="45700" anchor="ctr" anchorCtr="0">
            <a:noAutofit/>
          </a:bodyPr>
          <a:lstStyle>
            <a:lvl1pPr marL="304815" marR="0" lvl="0" indent="-334450" algn="l" rtl="0">
              <a:lnSpc>
                <a:spcPct val="90000"/>
              </a:lnSpc>
              <a:spcBef>
                <a:spcPts val="3200"/>
              </a:spcBef>
              <a:spcAft>
                <a:spcPts val="0"/>
              </a:spcAft>
              <a:buClr>
                <a:srgbClr val="AB0520"/>
              </a:buClr>
              <a:buSzPts val="4300"/>
              <a:buFont typeface="Arial"/>
              <a:buChar char="•"/>
              <a:defRPr sz="2867" b="1" i="0" u="none" strike="noStrike" cap="none">
                <a:solidFill>
                  <a:srgbClr val="AB0520"/>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63" name="Google Shape;63;p5"/>
          <p:cNvSpPr txBox="1">
            <a:spLocks noGrp="1"/>
          </p:cNvSpPr>
          <p:nvPr>
            <p:ph type="body" idx="18"/>
          </p:nvPr>
        </p:nvSpPr>
        <p:spPr>
          <a:xfrm>
            <a:off x="16758554" y="17636511"/>
            <a:ext cx="7692776" cy="2922057"/>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64" name="Google Shape;64;p5"/>
          <p:cNvSpPr txBox="1">
            <a:spLocks noGrp="1"/>
          </p:cNvSpPr>
          <p:nvPr>
            <p:ph type="body" idx="19"/>
          </p:nvPr>
        </p:nvSpPr>
        <p:spPr>
          <a:xfrm>
            <a:off x="253044" y="5970167"/>
            <a:ext cx="7692776" cy="462163"/>
          </a:xfrm>
          <a:prstGeom prst="rect">
            <a:avLst/>
          </a:prstGeom>
          <a:noFill/>
          <a:ln>
            <a:noFill/>
          </a:ln>
        </p:spPr>
        <p:txBody>
          <a:bodyPr spcFirstLastPara="1" wrap="square" lIns="91400" tIns="45700" rIns="91400" bIns="45700" anchor="ctr" anchorCtr="0">
            <a:noAutofit/>
          </a:bodyPr>
          <a:lstStyle>
            <a:lvl1pPr marL="304815" marR="0" lvl="0" indent="-334450" algn="l" rtl="0">
              <a:lnSpc>
                <a:spcPct val="90000"/>
              </a:lnSpc>
              <a:spcBef>
                <a:spcPts val="3200"/>
              </a:spcBef>
              <a:spcAft>
                <a:spcPts val="0"/>
              </a:spcAft>
              <a:buClr>
                <a:srgbClr val="AB0520"/>
              </a:buClr>
              <a:buSzPts val="4300"/>
              <a:buFont typeface="Arial"/>
              <a:buChar char="•"/>
              <a:defRPr sz="2867" b="1" i="0" u="none" strike="noStrike" cap="none">
                <a:solidFill>
                  <a:srgbClr val="AB0520"/>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65" name="Google Shape;65;p5"/>
          <p:cNvSpPr txBox="1">
            <a:spLocks noGrp="1"/>
          </p:cNvSpPr>
          <p:nvPr>
            <p:ph type="body" idx="20"/>
          </p:nvPr>
        </p:nvSpPr>
        <p:spPr>
          <a:xfrm>
            <a:off x="24974515" y="5988628"/>
            <a:ext cx="7692776" cy="462163"/>
          </a:xfrm>
          <a:prstGeom prst="rect">
            <a:avLst/>
          </a:prstGeom>
          <a:noFill/>
          <a:ln>
            <a:noFill/>
          </a:ln>
        </p:spPr>
        <p:txBody>
          <a:bodyPr spcFirstLastPara="1" wrap="square" lIns="91400" tIns="45700" rIns="91400" bIns="45700" anchor="ctr" anchorCtr="0">
            <a:noAutofit/>
          </a:bodyPr>
          <a:lstStyle>
            <a:lvl1pPr marL="304815" marR="0" lvl="0" indent="-334450" algn="l" rtl="0">
              <a:lnSpc>
                <a:spcPct val="90000"/>
              </a:lnSpc>
              <a:spcBef>
                <a:spcPts val="3200"/>
              </a:spcBef>
              <a:spcAft>
                <a:spcPts val="0"/>
              </a:spcAft>
              <a:buClr>
                <a:srgbClr val="AB0520"/>
              </a:buClr>
              <a:buSzPts val="4300"/>
              <a:buFont typeface="Arial"/>
              <a:buChar char="•"/>
              <a:defRPr sz="2867" b="1" i="0" u="none" strike="noStrike" cap="none">
                <a:solidFill>
                  <a:srgbClr val="AB0520"/>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66" name="Google Shape;66;p5"/>
          <p:cNvSpPr/>
          <p:nvPr/>
        </p:nvSpPr>
        <p:spPr>
          <a:xfrm>
            <a:off x="26988917" y="-279087"/>
            <a:ext cx="4490424" cy="810341"/>
          </a:xfrm>
          <a:custGeom>
            <a:avLst/>
            <a:gdLst/>
            <a:ahLst/>
            <a:cxnLst/>
            <a:rect l="l" t="t" r="r" b="b"/>
            <a:pathLst>
              <a:path w="6377128" h="8153287" extrusionOk="0">
                <a:moveTo>
                  <a:pt x="7490" y="0"/>
                </a:moveTo>
                <a:cubicBezTo>
                  <a:pt x="7979" y="1933443"/>
                  <a:pt x="-468" y="4161711"/>
                  <a:pt x="21" y="6095154"/>
                </a:cubicBezTo>
                <a:lnTo>
                  <a:pt x="3138809" y="8153287"/>
                </a:lnTo>
                <a:lnTo>
                  <a:pt x="6377128" y="6115768"/>
                </a:lnTo>
                <a:cubicBezTo>
                  <a:pt x="6354397" y="4201962"/>
                  <a:pt x="6358473" y="1933970"/>
                  <a:pt x="6362548" y="11775"/>
                </a:cubicBezTo>
                <a:lnTo>
                  <a:pt x="7490" y="0"/>
                </a:lnTo>
                <a:close/>
              </a:path>
            </a:pathLst>
          </a:custGeom>
          <a:solidFill>
            <a:srgbClr val="AB0520"/>
          </a:solidFill>
          <a:ln>
            <a:noFill/>
          </a:ln>
          <a:effectLst>
            <a:outerShdw blurRad="469900" sx="105999" sy="105999" algn="ctr" rotWithShape="0">
              <a:srgbClr val="000000">
                <a:alpha val="28627"/>
              </a:srgbClr>
            </a:outerShdw>
          </a:effectLst>
        </p:spPr>
        <p:txBody>
          <a:bodyPr spcFirstLastPara="1" wrap="square" lIns="304700" tIns="304700" rIns="304700" bIns="304700" anchor="t" anchorCtr="0">
            <a:spAutoFit/>
          </a:bodyPr>
          <a:lstStyle/>
          <a:p>
            <a:pPr marL="0" marR="0" lvl="0" indent="0" algn="l" rtl="0">
              <a:spcBef>
                <a:spcPts val="0"/>
              </a:spcBef>
              <a:spcAft>
                <a:spcPts val="0"/>
              </a:spcAft>
              <a:buNone/>
            </a:pPr>
            <a:endParaRPr sz="1267">
              <a:solidFill>
                <a:schemeClr val="dk1"/>
              </a:solidFill>
              <a:latin typeface="Arial Narrow"/>
              <a:ea typeface="Arial Narrow"/>
              <a:cs typeface="Arial Narrow"/>
              <a:sym typeface="Arial Narrow"/>
            </a:endParaRPr>
          </a:p>
        </p:txBody>
      </p:sp>
      <p:pic>
        <p:nvPicPr>
          <p:cNvPr id="67" name="Google Shape;67;p5" descr="Pharmacy_Full Color.eps"/>
          <p:cNvPicPr preferRelativeResize="0"/>
          <p:nvPr/>
        </p:nvPicPr>
        <p:blipFill rotWithShape="1">
          <a:blip r:embed="rId3">
            <a:alphaModFix/>
          </a:blip>
          <a:srcRect/>
          <a:stretch/>
        </p:blipFill>
        <p:spPr>
          <a:xfrm>
            <a:off x="27539677" y="592101"/>
            <a:ext cx="3388914" cy="2260489"/>
          </a:xfrm>
          <a:prstGeom prst="rect">
            <a:avLst/>
          </a:prstGeom>
          <a:noFill/>
          <a:ln>
            <a:noFill/>
          </a:ln>
        </p:spPr>
      </p:pic>
      <p:sp>
        <p:nvSpPr>
          <p:cNvPr id="68" name="Google Shape;68;p5"/>
          <p:cNvSpPr/>
          <p:nvPr/>
        </p:nvSpPr>
        <p:spPr>
          <a:xfrm>
            <a:off x="26996063" y="-272737"/>
            <a:ext cx="4490424" cy="810341"/>
          </a:xfrm>
          <a:custGeom>
            <a:avLst/>
            <a:gdLst/>
            <a:ahLst/>
            <a:cxnLst/>
            <a:rect l="l" t="t" r="r" b="b"/>
            <a:pathLst>
              <a:path w="6377128" h="8153287" extrusionOk="0">
                <a:moveTo>
                  <a:pt x="7490" y="0"/>
                </a:moveTo>
                <a:cubicBezTo>
                  <a:pt x="7979" y="1933443"/>
                  <a:pt x="-468" y="4161711"/>
                  <a:pt x="21" y="6095154"/>
                </a:cubicBezTo>
                <a:lnTo>
                  <a:pt x="3138809" y="8153287"/>
                </a:lnTo>
                <a:lnTo>
                  <a:pt x="6377128" y="6115768"/>
                </a:lnTo>
                <a:cubicBezTo>
                  <a:pt x="6354397" y="4201962"/>
                  <a:pt x="6358473" y="1933970"/>
                  <a:pt x="6362548" y="11775"/>
                </a:cubicBezTo>
                <a:lnTo>
                  <a:pt x="7490" y="0"/>
                </a:lnTo>
                <a:close/>
              </a:path>
            </a:pathLst>
          </a:custGeom>
          <a:solidFill>
            <a:srgbClr val="AB0520"/>
          </a:solidFill>
          <a:ln>
            <a:noFill/>
          </a:ln>
          <a:effectLst>
            <a:outerShdw blurRad="469900" sx="105999" sy="105999" algn="ctr" rotWithShape="0">
              <a:srgbClr val="000000">
                <a:alpha val="28627"/>
              </a:srgbClr>
            </a:outerShdw>
          </a:effectLst>
        </p:spPr>
        <p:txBody>
          <a:bodyPr spcFirstLastPara="1" wrap="square" lIns="304700" tIns="304700" rIns="304700" bIns="304700" anchor="t" anchorCtr="0">
            <a:spAutoFit/>
          </a:bodyPr>
          <a:lstStyle/>
          <a:p>
            <a:pPr marL="0" marR="0" lvl="0" indent="0" algn="l" rtl="0">
              <a:spcBef>
                <a:spcPts val="0"/>
              </a:spcBef>
              <a:spcAft>
                <a:spcPts val="0"/>
              </a:spcAft>
              <a:buNone/>
            </a:pPr>
            <a:endParaRPr sz="1267">
              <a:solidFill>
                <a:schemeClr val="dk1"/>
              </a:solidFill>
              <a:latin typeface="Arial Narrow"/>
              <a:ea typeface="Arial Narrow"/>
              <a:cs typeface="Arial Narrow"/>
              <a:sym typeface="Arial Narrow"/>
            </a:endParaRPr>
          </a:p>
        </p:txBody>
      </p:sp>
      <p:pic>
        <p:nvPicPr>
          <p:cNvPr id="69" name="Google Shape;69;p5" descr="Pharmacy_Full Color.eps"/>
          <p:cNvPicPr preferRelativeResize="0"/>
          <p:nvPr/>
        </p:nvPicPr>
        <p:blipFill rotWithShape="1">
          <a:blip r:embed="rId3">
            <a:alphaModFix/>
          </a:blip>
          <a:srcRect/>
          <a:stretch/>
        </p:blipFill>
        <p:spPr>
          <a:xfrm>
            <a:off x="27546821" y="598453"/>
            <a:ext cx="3388914" cy="2260489"/>
          </a:xfrm>
          <a:prstGeom prst="rect">
            <a:avLst/>
          </a:prstGeom>
          <a:noFill/>
          <a:ln>
            <a:noFill/>
          </a:ln>
        </p:spPr>
      </p:pic>
      <p:sp>
        <p:nvSpPr>
          <p:cNvPr id="70" name="Google Shape;70;p5"/>
          <p:cNvSpPr txBox="1">
            <a:spLocks noGrp="1"/>
          </p:cNvSpPr>
          <p:nvPr>
            <p:ph type="body" idx="21"/>
          </p:nvPr>
        </p:nvSpPr>
        <p:spPr>
          <a:xfrm>
            <a:off x="8505866" y="6828370"/>
            <a:ext cx="7662042" cy="5309289"/>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71" name="Google Shape;71;p5"/>
          <p:cNvSpPr txBox="1">
            <a:spLocks noGrp="1"/>
          </p:cNvSpPr>
          <p:nvPr>
            <p:ph type="body" idx="22"/>
          </p:nvPr>
        </p:nvSpPr>
        <p:spPr>
          <a:xfrm>
            <a:off x="8487612" y="12547259"/>
            <a:ext cx="7711028" cy="4773645"/>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72" name="Google Shape;72;p5"/>
          <p:cNvSpPr txBox="1">
            <a:spLocks noGrp="1"/>
          </p:cNvSpPr>
          <p:nvPr>
            <p:ph type="body" idx="23"/>
          </p:nvPr>
        </p:nvSpPr>
        <p:spPr>
          <a:xfrm>
            <a:off x="16758559" y="6828370"/>
            <a:ext cx="7662042" cy="5309289"/>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73" name="Google Shape;73;p5"/>
          <p:cNvSpPr txBox="1">
            <a:spLocks noGrp="1"/>
          </p:cNvSpPr>
          <p:nvPr>
            <p:ph type="body" idx="24"/>
          </p:nvPr>
        </p:nvSpPr>
        <p:spPr>
          <a:xfrm>
            <a:off x="16740302" y="12547259"/>
            <a:ext cx="7711028" cy="4773645"/>
          </a:xfrm>
          <a:prstGeom prst="rect">
            <a:avLst/>
          </a:prstGeom>
          <a:noFill/>
          <a:ln>
            <a:noFill/>
          </a:ln>
        </p:spPr>
        <p:txBody>
          <a:bodyPr spcFirstLastPara="1" wrap="square" lIns="91400" tIns="45700" rIns="91400" bIns="45700" anchor="t" anchorCtr="0">
            <a:noAutofit/>
          </a:bodyPr>
          <a:lstStyle>
            <a:lvl1pPr marL="304815" marR="0" lvl="0" indent="-152408" algn="l" rtl="0">
              <a:lnSpc>
                <a:spcPct val="90000"/>
              </a:lnSpc>
              <a:spcBef>
                <a:spcPts val="3200"/>
              </a:spcBef>
              <a:spcAft>
                <a:spcPts val="0"/>
              </a:spcAft>
              <a:buClr>
                <a:schemeClr val="dk1"/>
              </a:buClr>
              <a:buSzPts val="3400"/>
              <a:buFont typeface="Arial"/>
              <a:buNone/>
              <a:defRPr sz="2267" b="0" i="0" u="none" strike="noStrike" cap="none">
                <a:solidFill>
                  <a:schemeClr val="dk1"/>
                </a:solidFill>
                <a:latin typeface="Verdana"/>
                <a:ea typeface="Verdana"/>
                <a:cs typeface="Verdana"/>
                <a:sym typeface="Verdana"/>
              </a:defRPr>
            </a:lvl1pPr>
            <a:lvl2pPr marL="609630" marR="0" lvl="1" indent="-639265"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L="914446" marR="0" lvl="2" indent="-558828"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L="1219261" marR="0" lvl="3"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L="1524076" marR="0" lvl="4"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L="1828891" marR="0" lvl="5"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L="2133707" marR="0" lvl="6"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L="2438522" marR="0" lvl="7"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L="2743337" marR="0" lvl="8" indent="-516492"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74" name="Google Shape;74;p5"/>
          <p:cNvSpPr>
            <a:spLocks noGrp="1"/>
          </p:cNvSpPr>
          <p:nvPr>
            <p:ph type="pic" idx="25"/>
          </p:nvPr>
        </p:nvSpPr>
        <p:spPr>
          <a:xfrm>
            <a:off x="14058900" y="3748528"/>
            <a:ext cx="4800600" cy="1420007"/>
          </a:xfrm>
          <a:prstGeom prst="rect">
            <a:avLst/>
          </a:prstGeom>
          <a:noFill/>
          <a:ln>
            <a:noFill/>
          </a:ln>
        </p:spPr>
        <p:txBody>
          <a:bodyPr spcFirstLastPara="1" wrap="square" lIns="91400" tIns="45700" rIns="91400" bIns="45700" anchor="t" anchorCtr="0">
            <a:noAutofit/>
          </a:bodyPr>
          <a:lstStyle>
            <a:lvl1pPr marR="0" lvl="0" algn="ctr" rtl="0">
              <a:lnSpc>
                <a:spcPct val="90000"/>
              </a:lnSpc>
              <a:spcBef>
                <a:spcPts val="3200"/>
              </a:spcBef>
              <a:spcAft>
                <a:spcPts val="0"/>
              </a:spcAft>
              <a:buClr>
                <a:schemeClr val="dk1"/>
              </a:buClr>
              <a:buSzPts val="3800"/>
              <a:buFont typeface="Arial"/>
              <a:buNone/>
              <a:defRPr sz="2533" b="0" i="0" u="none" strike="noStrike" cap="none">
                <a:solidFill>
                  <a:schemeClr val="dk1"/>
                </a:solidFill>
                <a:latin typeface="Verdana"/>
                <a:ea typeface="Verdana"/>
                <a:cs typeface="Verdana"/>
                <a:sym typeface="Verdana"/>
              </a:defRPr>
            </a:lvl1pPr>
            <a:lvl2pPr marR="0" lvl="1"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R="0" lvl="2"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R="0" lvl="3"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R="0" lvl="4"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R="0" lvl="5"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R="0" lvl="6"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R="0" lvl="7"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R="0" lvl="8"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75" name="Google Shape;75;p5"/>
          <p:cNvSpPr>
            <a:spLocks noGrp="1"/>
          </p:cNvSpPr>
          <p:nvPr>
            <p:ph type="pic" idx="26"/>
          </p:nvPr>
        </p:nvSpPr>
        <p:spPr>
          <a:xfrm>
            <a:off x="20373443" y="3731032"/>
            <a:ext cx="4800600" cy="1433629"/>
          </a:xfrm>
          <a:prstGeom prst="rect">
            <a:avLst/>
          </a:prstGeom>
          <a:noFill/>
          <a:ln>
            <a:noFill/>
          </a:ln>
        </p:spPr>
        <p:txBody>
          <a:bodyPr spcFirstLastPara="1" wrap="square" lIns="91400" tIns="45700" rIns="91400" bIns="45700" anchor="t" anchorCtr="0">
            <a:noAutofit/>
          </a:bodyPr>
          <a:lstStyle>
            <a:lvl1pPr marR="0" lvl="0" algn="ctr" rtl="0">
              <a:lnSpc>
                <a:spcPct val="90000"/>
              </a:lnSpc>
              <a:spcBef>
                <a:spcPts val="3200"/>
              </a:spcBef>
              <a:spcAft>
                <a:spcPts val="0"/>
              </a:spcAft>
              <a:buClr>
                <a:schemeClr val="dk1"/>
              </a:buClr>
              <a:buSzPts val="3800"/>
              <a:buFont typeface="Arial"/>
              <a:buNone/>
              <a:defRPr sz="2533" b="0" i="0" u="none" strike="noStrike" cap="none">
                <a:solidFill>
                  <a:schemeClr val="dk1"/>
                </a:solidFill>
                <a:latin typeface="Verdana"/>
                <a:ea typeface="Verdana"/>
                <a:cs typeface="Verdana"/>
                <a:sym typeface="Verdana"/>
              </a:defRPr>
            </a:lvl1pPr>
            <a:lvl2pPr marR="0" lvl="1"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R="0" lvl="2"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R="0" lvl="3"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R="0" lvl="4"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R="0" lvl="5"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R="0" lvl="6"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R="0" lvl="7"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R="0" lvl="8"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
        <p:nvSpPr>
          <p:cNvPr id="76" name="Google Shape;76;p5"/>
          <p:cNvSpPr>
            <a:spLocks noGrp="1"/>
          </p:cNvSpPr>
          <p:nvPr>
            <p:ph type="pic" idx="27"/>
          </p:nvPr>
        </p:nvSpPr>
        <p:spPr>
          <a:xfrm>
            <a:off x="7744356" y="3748528"/>
            <a:ext cx="4800600" cy="1420007"/>
          </a:xfrm>
          <a:prstGeom prst="rect">
            <a:avLst/>
          </a:prstGeom>
          <a:noFill/>
          <a:ln>
            <a:noFill/>
          </a:ln>
        </p:spPr>
        <p:txBody>
          <a:bodyPr spcFirstLastPara="1" wrap="square" lIns="91400" tIns="45700" rIns="91400" bIns="45700" anchor="t" anchorCtr="0">
            <a:noAutofit/>
          </a:bodyPr>
          <a:lstStyle>
            <a:lvl1pPr marR="0" lvl="0" algn="ctr" rtl="0">
              <a:lnSpc>
                <a:spcPct val="90000"/>
              </a:lnSpc>
              <a:spcBef>
                <a:spcPts val="3200"/>
              </a:spcBef>
              <a:spcAft>
                <a:spcPts val="0"/>
              </a:spcAft>
              <a:buClr>
                <a:schemeClr val="dk1"/>
              </a:buClr>
              <a:buSzPts val="3800"/>
              <a:buFont typeface="Arial"/>
              <a:buNone/>
              <a:defRPr sz="2533" b="0" i="0" u="none" strike="noStrike" cap="none">
                <a:solidFill>
                  <a:schemeClr val="dk1"/>
                </a:solidFill>
                <a:latin typeface="Verdana"/>
                <a:ea typeface="Verdana"/>
                <a:cs typeface="Verdana"/>
                <a:sym typeface="Verdana"/>
              </a:defRPr>
            </a:lvl1pPr>
            <a:lvl2pPr marR="0" lvl="1" algn="l" rtl="0">
              <a:lnSpc>
                <a:spcPct val="90000"/>
              </a:lnSpc>
              <a:spcBef>
                <a:spcPts val="1600"/>
              </a:spcBef>
              <a:spcAft>
                <a:spcPts val="0"/>
              </a:spcAft>
              <a:buClr>
                <a:schemeClr val="dk1"/>
              </a:buClr>
              <a:buSzPts val="11500"/>
              <a:buFont typeface="Arial"/>
              <a:buChar char="•"/>
              <a:defRPr sz="7667" b="0" i="0" u="none" strike="noStrike" cap="none">
                <a:solidFill>
                  <a:schemeClr val="dk1"/>
                </a:solidFill>
                <a:latin typeface="Calibri"/>
                <a:ea typeface="Calibri"/>
                <a:cs typeface="Calibri"/>
                <a:sym typeface="Calibri"/>
              </a:defRPr>
            </a:lvl2pPr>
            <a:lvl3pPr marR="0" lvl="2" algn="l" rtl="0">
              <a:lnSpc>
                <a:spcPct val="90000"/>
              </a:lnSpc>
              <a:spcBef>
                <a:spcPts val="1600"/>
              </a:spcBef>
              <a:spcAft>
                <a:spcPts val="0"/>
              </a:spcAft>
              <a:buClr>
                <a:schemeClr val="dk1"/>
              </a:buClr>
              <a:buSzPts val="9600"/>
              <a:buFont typeface="Arial"/>
              <a:buChar char="•"/>
              <a:defRPr sz="6400" b="0" i="0" u="none" strike="noStrike" cap="none">
                <a:solidFill>
                  <a:schemeClr val="dk1"/>
                </a:solidFill>
                <a:latin typeface="Calibri"/>
                <a:ea typeface="Calibri"/>
                <a:cs typeface="Calibri"/>
                <a:sym typeface="Calibri"/>
              </a:defRPr>
            </a:lvl3pPr>
            <a:lvl4pPr marR="0" lvl="3"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4pPr>
            <a:lvl5pPr marR="0" lvl="4"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5pPr>
            <a:lvl6pPr marR="0" lvl="5"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6pPr>
            <a:lvl7pPr marR="0" lvl="6"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7pPr>
            <a:lvl8pPr marR="0" lvl="7"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8pPr>
            <a:lvl9pPr marR="0" lvl="8" algn="l" rtl="0">
              <a:lnSpc>
                <a:spcPct val="90000"/>
              </a:lnSpc>
              <a:spcBef>
                <a:spcPts val="1600"/>
              </a:spcBef>
              <a:spcAft>
                <a:spcPts val="0"/>
              </a:spcAft>
              <a:buClr>
                <a:schemeClr val="dk1"/>
              </a:buClr>
              <a:buSzPts val="8600"/>
              <a:buFont typeface="Arial"/>
              <a:buChar char="•"/>
              <a:defRPr sz="5734"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1" y="0"/>
            <a:ext cx="32918399" cy="3570514"/>
          </a:xfrm>
          <a:prstGeom prst="rect">
            <a:avLst/>
          </a:prstGeom>
          <a:solidFill>
            <a:srgbClr val="AB0520"/>
          </a:solidFill>
          <a:ln>
            <a:noFill/>
          </a:ln>
        </p:spPr>
        <p:txBody>
          <a:bodyPr spcFirstLastPara="1" wrap="square" lIns="60950" tIns="30467" rIns="60950" bIns="30467" anchor="ctr" anchorCtr="0">
            <a:noAutofit/>
          </a:bodyPr>
          <a:lstStyle/>
          <a:p>
            <a:pPr marL="0" marR="0" lvl="0" indent="0" algn="ctr" rtl="0">
              <a:spcBef>
                <a:spcPts val="0"/>
              </a:spcBef>
              <a:spcAft>
                <a:spcPts val="0"/>
              </a:spcAft>
              <a:buNone/>
            </a:pPr>
            <a:endParaRPr sz="1267" b="0" i="0" u="none" strike="noStrike" cap="none">
              <a:solidFill>
                <a:schemeClr val="lt1"/>
              </a:solidFill>
              <a:latin typeface="Calibri"/>
              <a:ea typeface="Calibri"/>
              <a:cs typeface="Calibri"/>
              <a:sym typeface="Calibri"/>
            </a:endParaRPr>
          </a:p>
        </p:txBody>
      </p:sp>
      <p:sp>
        <p:nvSpPr>
          <p:cNvPr id="11" name="Google Shape;11;p2"/>
          <p:cNvSpPr/>
          <p:nvPr/>
        </p:nvSpPr>
        <p:spPr>
          <a:xfrm>
            <a:off x="26988917" y="-279091"/>
            <a:ext cx="4490423" cy="810543"/>
          </a:xfrm>
          <a:custGeom>
            <a:avLst/>
            <a:gdLst/>
            <a:ahLst/>
            <a:cxnLst/>
            <a:rect l="l" t="t" r="r" b="b"/>
            <a:pathLst>
              <a:path w="6377128" h="8153287" extrusionOk="0">
                <a:moveTo>
                  <a:pt x="7490" y="0"/>
                </a:moveTo>
                <a:cubicBezTo>
                  <a:pt x="7979" y="1933443"/>
                  <a:pt x="-468" y="4161711"/>
                  <a:pt x="21" y="6095154"/>
                </a:cubicBezTo>
                <a:lnTo>
                  <a:pt x="3138809" y="8153287"/>
                </a:lnTo>
                <a:lnTo>
                  <a:pt x="6377128" y="6115768"/>
                </a:lnTo>
                <a:cubicBezTo>
                  <a:pt x="6354397" y="4201962"/>
                  <a:pt x="6358473" y="1933970"/>
                  <a:pt x="6362548" y="11775"/>
                </a:cubicBezTo>
                <a:lnTo>
                  <a:pt x="7490" y="0"/>
                </a:lnTo>
                <a:close/>
              </a:path>
            </a:pathLst>
          </a:custGeom>
          <a:solidFill>
            <a:srgbClr val="AB0520"/>
          </a:solidFill>
          <a:ln>
            <a:noFill/>
          </a:ln>
          <a:effectLst>
            <a:outerShdw blurRad="469900" sx="105999" sy="105999" algn="ctr" rotWithShape="0">
              <a:srgbClr val="000000">
                <a:alpha val="28627"/>
              </a:srgbClr>
            </a:outerShdw>
          </a:effectLst>
        </p:spPr>
        <p:txBody>
          <a:bodyPr spcFirstLastPara="1" wrap="square" lIns="304800" tIns="304800" rIns="304800" bIns="304800" anchor="t" anchorCtr="0">
            <a:spAutoFit/>
          </a:bodyPr>
          <a:lstStyle/>
          <a:p>
            <a:pPr marL="0" marR="0" lvl="0" indent="0" algn="l" rtl="0">
              <a:spcBef>
                <a:spcPts val="0"/>
              </a:spcBef>
              <a:spcAft>
                <a:spcPts val="0"/>
              </a:spcAft>
              <a:buNone/>
            </a:pPr>
            <a:endParaRPr sz="1267" b="0" i="0" u="none" strike="noStrike" cap="none">
              <a:solidFill>
                <a:schemeClr val="dk1"/>
              </a:solidFill>
              <a:latin typeface="Arial Narrow"/>
              <a:ea typeface="Arial Narrow"/>
              <a:cs typeface="Arial Narrow"/>
              <a:sym typeface="Arial Narrow"/>
            </a:endParaRPr>
          </a:p>
        </p:txBody>
      </p:sp>
      <p:cxnSp>
        <p:nvCxnSpPr>
          <p:cNvPr id="12" name="Google Shape;12;p2"/>
          <p:cNvCxnSpPr/>
          <p:nvPr/>
        </p:nvCxnSpPr>
        <p:spPr>
          <a:xfrm>
            <a:off x="10998077" y="5700789"/>
            <a:ext cx="0" cy="15371723"/>
          </a:xfrm>
          <a:prstGeom prst="straightConnector1">
            <a:avLst/>
          </a:prstGeom>
          <a:noFill/>
          <a:ln w="25400" cap="flat" cmpd="sng">
            <a:solidFill>
              <a:schemeClr val="dk1"/>
            </a:solidFill>
            <a:prstDash val="dash"/>
            <a:round/>
            <a:headEnd type="oval" w="lg" len="lg"/>
            <a:tailEnd type="oval" w="lg" len="lg"/>
          </a:ln>
        </p:spPr>
      </p:cxnSp>
      <p:cxnSp>
        <p:nvCxnSpPr>
          <p:cNvPr id="13" name="Google Shape;13;p2"/>
          <p:cNvCxnSpPr/>
          <p:nvPr/>
        </p:nvCxnSpPr>
        <p:spPr>
          <a:xfrm>
            <a:off x="21963600" y="5700789"/>
            <a:ext cx="0" cy="15371723"/>
          </a:xfrm>
          <a:prstGeom prst="straightConnector1">
            <a:avLst/>
          </a:prstGeom>
          <a:noFill/>
          <a:ln w="25400" cap="flat" cmpd="sng">
            <a:solidFill>
              <a:schemeClr val="dk1"/>
            </a:solidFill>
            <a:prstDash val="dash"/>
            <a:round/>
            <a:headEnd type="oval" w="lg" len="lg"/>
            <a:tailEnd type="oval" w="lg" len="lg"/>
          </a:ln>
        </p:spPr>
      </p:cxnSp>
      <p:sp>
        <p:nvSpPr>
          <p:cNvPr id="14" name="Google Shape;14;p2"/>
          <p:cNvSpPr txBox="1"/>
          <p:nvPr/>
        </p:nvSpPr>
        <p:spPr>
          <a:xfrm>
            <a:off x="1479608" y="1460820"/>
            <a:ext cx="28391644" cy="950686"/>
          </a:xfrm>
          <a:prstGeom prst="rect">
            <a:avLst/>
          </a:prstGeom>
          <a:noFill/>
          <a:ln>
            <a:noFill/>
          </a:ln>
        </p:spPr>
        <p:txBody>
          <a:bodyPr spcFirstLastPara="1" wrap="square" lIns="60950" tIns="30467" rIns="60950" bIns="30467" anchor="ctr" anchorCtr="0">
            <a:normAutofit/>
          </a:bodyPr>
          <a:lstStyle/>
          <a:p>
            <a:pPr marL="0" marR="0" lvl="0" indent="0" algn="l" rtl="0">
              <a:lnSpc>
                <a:spcPct val="90000"/>
              </a:lnSpc>
              <a:spcBef>
                <a:spcPts val="0"/>
              </a:spcBef>
              <a:spcAft>
                <a:spcPts val="0"/>
              </a:spcAft>
              <a:buClr>
                <a:schemeClr val="lt1"/>
              </a:buClr>
              <a:buSzPts val="4400"/>
              <a:buFont typeface="Verdana"/>
              <a:buNone/>
            </a:pPr>
            <a:r>
              <a:rPr lang="en-US" sz="2933" b="0" i="0" u="none" strike="noStrike" cap="none">
                <a:solidFill>
                  <a:schemeClr val="lt1"/>
                </a:solidFill>
                <a:latin typeface="Verdana"/>
                <a:ea typeface="Verdana"/>
                <a:cs typeface="Verdana"/>
                <a:sym typeface="Verdana"/>
              </a:rPr>
              <a:t>Click to edit Master title style</a:t>
            </a:r>
            <a:endParaRPr sz="667"/>
          </a:p>
        </p:txBody>
      </p:sp>
      <p:sp>
        <p:nvSpPr>
          <p:cNvPr id="15" name="Google Shape;15;p2"/>
          <p:cNvSpPr txBox="1">
            <a:spLocks noGrp="1"/>
          </p:cNvSpPr>
          <p:nvPr>
            <p:ph type="title"/>
          </p:nvPr>
        </p:nvSpPr>
        <p:spPr>
          <a:xfrm>
            <a:off x="2263379" y="1168400"/>
            <a:ext cx="28391644" cy="42418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8800"/>
              <a:buFont typeface="Verdana"/>
              <a:buNone/>
              <a:defRPr sz="8800" b="0" i="0" u="none" strike="noStrike" cap="none">
                <a:solidFill>
                  <a:schemeClr val="lt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
        <p:cNvGrpSpPr/>
        <p:nvPr/>
      </p:nvGrpSpPr>
      <p:grpSpPr>
        <a:xfrm>
          <a:off x="0" y="0"/>
          <a:ext cx="0" cy="0"/>
          <a:chOff x="0" y="0"/>
          <a:chExt cx="0" cy="0"/>
        </a:xfrm>
      </p:grpSpPr>
      <p:sp>
        <p:nvSpPr>
          <p:cNvPr id="40" name="Google Shape;40;p4"/>
          <p:cNvSpPr/>
          <p:nvPr/>
        </p:nvSpPr>
        <p:spPr>
          <a:xfrm>
            <a:off x="1" y="1"/>
            <a:ext cx="32918399" cy="3570515"/>
          </a:xfrm>
          <a:prstGeom prst="rect">
            <a:avLst/>
          </a:prstGeom>
          <a:solidFill>
            <a:srgbClr val="AB0520"/>
          </a:solidFill>
          <a:ln>
            <a:noFill/>
          </a:ln>
        </p:spPr>
        <p:txBody>
          <a:bodyPr spcFirstLastPara="1" wrap="square" lIns="60933" tIns="30467" rIns="60933" bIns="30467" anchor="ctr" anchorCtr="0">
            <a:noAutofit/>
          </a:bodyPr>
          <a:lstStyle/>
          <a:p>
            <a:pPr marL="0" marR="0" lvl="0" indent="0" algn="ctr" rtl="0">
              <a:spcBef>
                <a:spcPts val="0"/>
              </a:spcBef>
              <a:spcAft>
                <a:spcPts val="0"/>
              </a:spcAft>
              <a:buNone/>
            </a:pPr>
            <a:endParaRPr sz="1267">
              <a:solidFill>
                <a:schemeClr val="lt1"/>
              </a:solidFill>
              <a:latin typeface="Calibri"/>
              <a:ea typeface="Calibri"/>
              <a:cs typeface="Calibri"/>
              <a:sym typeface="Calibri"/>
            </a:endParaRPr>
          </a:p>
        </p:txBody>
      </p:sp>
      <p:cxnSp>
        <p:nvCxnSpPr>
          <p:cNvPr id="41" name="Google Shape;41;p4"/>
          <p:cNvCxnSpPr/>
          <p:nvPr/>
        </p:nvCxnSpPr>
        <p:spPr>
          <a:xfrm>
            <a:off x="8231228" y="5700788"/>
            <a:ext cx="0" cy="15371725"/>
          </a:xfrm>
          <a:prstGeom prst="straightConnector1">
            <a:avLst/>
          </a:prstGeom>
          <a:noFill/>
          <a:ln w="25400" cap="flat" cmpd="sng">
            <a:solidFill>
              <a:schemeClr val="dk1"/>
            </a:solidFill>
            <a:prstDash val="dash"/>
            <a:round/>
            <a:headEnd type="oval" w="lg" len="lg"/>
            <a:tailEnd type="oval" w="lg" len="lg"/>
          </a:ln>
        </p:spPr>
      </p:cxnSp>
      <p:cxnSp>
        <p:nvCxnSpPr>
          <p:cNvPr id="42" name="Google Shape;42;p4"/>
          <p:cNvCxnSpPr/>
          <p:nvPr/>
        </p:nvCxnSpPr>
        <p:spPr>
          <a:xfrm>
            <a:off x="24683152" y="5700788"/>
            <a:ext cx="0" cy="15371725"/>
          </a:xfrm>
          <a:prstGeom prst="straightConnector1">
            <a:avLst/>
          </a:prstGeom>
          <a:noFill/>
          <a:ln w="25400" cap="flat" cmpd="sng">
            <a:solidFill>
              <a:schemeClr val="dk1"/>
            </a:solidFill>
            <a:prstDash val="dash"/>
            <a:round/>
            <a:headEnd type="oval" w="lg" len="lg"/>
            <a:tailEnd type="oval" w="lg" len="lg"/>
          </a:ln>
        </p:spPr>
      </p:cxnSp>
      <p:sp>
        <p:nvSpPr>
          <p:cNvPr id="43" name="Google Shape;43;p4"/>
          <p:cNvSpPr txBox="1"/>
          <p:nvPr/>
        </p:nvSpPr>
        <p:spPr>
          <a:xfrm>
            <a:off x="1479608" y="1460828"/>
            <a:ext cx="28391644" cy="950685"/>
          </a:xfrm>
          <a:prstGeom prst="rect">
            <a:avLst/>
          </a:prstGeom>
          <a:noFill/>
          <a:ln>
            <a:noFill/>
          </a:ln>
        </p:spPr>
        <p:txBody>
          <a:bodyPr spcFirstLastPara="1" wrap="square" lIns="60933" tIns="30467" rIns="60933" bIns="30467" anchor="ctr" anchorCtr="0">
            <a:normAutofit/>
          </a:bodyPr>
          <a:lstStyle/>
          <a:p>
            <a:pPr marL="0" marR="0" lvl="0" indent="0" algn="l" rtl="0">
              <a:lnSpc>
                <a:spcPct val="90000"/>
              </a:lnSpc>
              <a:spcBef>
                <a:spcPts val="0"/>
              </a:spcBef>
              <a:spcAft>
                <a:spcPts val="0"/>
              </a:spcAft>
              <a:buClr>
                <a:schemeClr val="lt1"/>
              </a:buClr>
              <a:buSzPts val="4300"/>
              <a:buFont typeface="Verdana"/>
              <a:buNone/>
            </a:pPr>
            <a:r>
              <a:rPr lang="en-US" sz="2867">
                <a:solidFill>
                  <a:schemeClr val="lt1"/>
                </a:solidFill>
                <a:latin typeface="Verdana"/>
                <a:ea typeface="Verdana"/>
                <a:cs typeface="Verdana"/>
                <a:sym typeface="Verdana"/>
              </a:rPr>
              <a:t>Click to edit Master title style</a:t>
            </a:r>
            <a:endParaRPr sz="667"/>
          </a:p>
        </p:txBody>
      </p:sp>
      <p:sp>
        <p:nvSpPr>
          <p:cNvPr id="44" name="Google Shape;44;p4"/>
          <p:cNvSpPr txBox="1">
            <a:spLocks noGrp="1"/>
          </p:cNvSpPr>
          <p:nvPr>
            <p:ph type="title"/>
          </p:nvPr>
        </p:nvSpPr>
        <p:spPr>
          <a:xfrm>
            <a:off x="2263378" y="1168405"/>
            <a:ext cx="28391644" cy="4241801"/>
          </a:xfrm>
          <a:prstGeom prst="rect">
            <a:avLst/>
          </a:prstGeom>
          <a:noFill/>
          <a:ln>
            <a:noFill/>
          </a:ln>
        </p:spPr>
        <p:txBody>
          <a:bodyPr spcFirstLastPara="1" wrap="square" lIns="91400" tIns="45700" rIns="91400" bIns="45700" anchor="ctr" anchorCtr="0">
            <a:normAutofit/>
          </a:bodyPr>
          <a:lstStyle>
            <a:lvl1pPr marR="0" lvl="0" algn="l" rtl="0">
              <a:lnSpc>
                <a:spcPct val="90000"/>
              </a:lnSpc>
              <a:spcBef>
                <a:spcPts val="0"/>
              </a:spcBef>
              <a:spcAft>
                <a:spcPts val="0"/>
              </a:spcAft>
              <a:buClr>
                <a:schemeClr val="lt1"/>
              </a:buClr>
              <a:buSzPts val="8600"/>
              <a:buFont typeface="Verdana"/>
              <a:buNone/>
              <a:defRPr sz="8600" b="0" i="0" u="none" strike="noStrike" cap="none">
                <a:solidFill>
                  <a:schemeClr val="lt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cxnSp>
        <p:nvCxnSpPr>
          <p:cNvPr id="45" name="Google Shape;45;p4"/>
          <p:cNvCxnSpPr/>
          <p:nvPr/>
        </p:nvCxnSpPr>
        <p:spPr>
          <a:xfrm>
            <a:off x="16480534" y="5700788"/>
            <a:ext cx="0" cy="15371725"/>
          </a:xfrm>
          <a:prstGeom prst="straightConnector1">
            <a:avLst/>
          </a:prstGeom>
          <a:noFill/>
          <a:ln w="25400" cap="flat" cmpd="sng">
            <a:solidFill>
              <a:schemeClr val="dk1"/>
            </a:solidFill>
            <a:prstDash val="dash"/>
            <a:round/>
            <a:headEnd type="oval" w="lg" len="lg"/>
            <a:tailEnd type="oval" w="lg" len="lg"/>
          </a:ln>
        </p:spPr>
      </p:cxn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body" idx="1"/>
          </p:nvPr>
        </p:nvSpPr>
        <p:spPr>
          <a:xfrm>
            <a:off x="685185" y="163941"/>
            <a:ext cx="22422200" cy="1989800"/>
          </a:xfrm>
          <a:prstGeom prst="rect">
            <a:avLst/>
          </a:prstGeom>
          <a:noFill/>
          <a:ln>
            <a:noFill/>
          </a:ln>
        </p:spPr>
        <p:txBody>
          <a:bodyPr spcFirstLastPara="1" wrap="square" lIns="60950" tIns="30467" rIns="60950" bIns="30467" anchor="ctr" anchorCtr="0">
            <a:noAutofit/>
          </a:bodyPr>
          <a:lstStyle/>
          <a:p>
            <a:pPr marL="0" indent="0">
              <a:spcBef>
                <a:spcPts val="0"/>
              </a:spcBef>
              <a:buClr>
                <a:schemeClr val="accent6"/>
              </a:buClr>
              <a:buSzPts val="10000"/>
            </a:pPr>
            <a:r>
              <a:rPr lang="en-US" sz="10534" dirty="0">
                <a:solidFill>
                  <a:schemeClr val="accent6"/>
                </a:solidFill>
                <a:latin typeface="Calibri"/>
                <a:ea typeface="Calibri"/>
                <a:cs typeface="Calibri"/>
                <a:sym typeface="Calibri"/>
              </a:rPr>
              <a:t>Title</a:t>
            </a:r>
            <a:endParaRPr sz="10534" dirty="0">
              <a:solidFill>
                <a:schemeClr val="accent6"/>
              </a:solidFill>
              <a:latin typeface="Calibri"/>
              <a:ea typeface="Calibri"/>
              <a:cs typeface="Calibri"/>
              <a:sym typeface="Calibri"/>
            </a:endParaRPr>
          </a:p>
        </p:txBody>
      </p:sp>
      <p:sp>
        <p:nvSpPr>
          <p:cNvPr id="96" name="Google Shape;96;p1"/>
          <p:cNvSpPr txBox="1">
            <a:spLocks noGrp="1"/>
          </p:cNvSpPr>
          <p:nvPr>
            <p:ph type="body" idx="2"/>
          </p:nvPr>
        </p:nvSpPr>
        <p:spPr>
          <a:xfrm>
            <a:off x="329187" y="5174004"/>
            <a:ext cx="9249400" cy="462200"/>
          </a:xfrm>
          <a:prstGeom prst="rect">
            <a:avLst/>
          </a:prstGeom>
          <a:noFill/>
          <a:ln>
            <a:noFill/>
          </a:ln>
        </p:spPr>
        <p:txBody>
          <a:bodyPr spcFirstLastPara="1" wrap="square" lIns="60950" tIns="30467" rIns="60950" bIns="30467" anchor="ctr" anchorCtr="0">
            <a:noAutofit/>
          </a:bodyPr>
          <a:lstStyle/>
          <a:p>
            <a:pPr marL="0" indent="0">
              <a:spcBef>
                <a:spcPts val="0"/>
              </a:spcBef>
            </a:pPr>
            <a:r>
              <a:rPr lang="en-US" sz="4000" dirty="0"/>
              <a:t>Introduction</a:t>
            </a:r>
            <a:endParaRPr sz="3600" dirty="0"/>
          </a:p>
        </p:txBody>
      </p:sp>
      <p:sp>
        <p:nvSpPr>
          <p:cNvPr id="97" name="Google Shape;97;p1"/>
          <p:cNvSpPr txBox="1">
            <a:spLocks noGrp="1"/>
          </p:cNvSpPr>
          <p:nvPr>
            <p:ph type="body" idx="3"/>
          </p:nvPr>
        </p:nvSpPr>
        <p:spPr>
          <a:xfrm>
            <a:off x="2038717" y="7366426"/>
            <a:ext cx="9249400" cy="3304600"/>
          </a:xfrm>
          <a:prstGeom prst="rect">
            <a:avLst/>
          </a:prstGeom>
          <a:noFill/>
          <a:ln>
            <a:noFill/>
          </a:ln>
        </p:spPr>
        <p:txBody>
          <a:bodyPr spcFirstLastPara="1" wrap="square" lIns="60950" tIns="30467" rIns="60950" bIns="30467" anchor="t" anchorCtr="0">
            <a:noAutofit/>
          </a:bodyPr>
          <a:lstStyle/>
          <a:p>
            <a:pPr marL="0" indent="0">
              <a:lnSpc>
                <a:spcPct val="115000"/>
              </a:lnSpc>
              <a:spcBef>
                <a:spcPts val="1200"/>
              </a:spcBef>
            </a:pPr>
            <a:endParaRPr sz="800" dirty="0">
              <a:solidFill>
                <a:srgbClr val="303030"/>
              </a:solidFill>
              <a:highlight>
                <a:srgbClr val="FFFFFF"/>
              </a:highlight>
              <a:latin typeface="Arial"/>
              <a:ea typeface="Arial"/>
              <a:cs typeface="Arial"/>
              <a:sym typeface="Arial"/>
            </a:endParaRPr>
          </a:p>
          <a:p>
            <a:pPr marL="0" indent="0">
              <a:lnSpc>
                <a:spcPct val="115000"/>
              </a:lnSpc>
              <a:spcBef>
                <a:spcPts val="1200"/>
              </a:spcBef>
            </a:pPr>
            <a:endParaRPr sz="800" dirty="0">
              <a:solidFill>
                <a:srgbClr val="303030"/>
              </a:solidFill>
              <a:highlight>
                <a:srgbClr val="FFFFFF"/>
              </a:highlight>
              <a:latin typeface="Arial"/>
              <a:ea typeface="Arial"/>
              <a:cs typeface="Arial"/>
              <a:sym typeface="Arial"/>
            </a:endParaRPr>
          </a:p>
          <a:p>
            <a:pPr marL="0" indent="0">
              <a:lnSpc>
                <a:spcPct val="100000"/>
              </a:lnSpc>
              <a:spcBef>
                <a:spcPts val="1200"/>
              </a:spcBef>
              <a:buSzPts val="2100"/>
            </a:pPr>
            <a:endParaRPr lang="en-US" sz="1600" dirty="0">
              <a:highlight>
                <a:srgbClr val="FFFFFF"/>
              </a:highlight>
            </a:endParaRPr>
          </a:p>
          <a:p>
            <a:pPr marL="0" indent="0">
              <a:lnSpc>
                <a:spcPct val="100000"/>
              </a:lnSpc>
              <a:spcBef>
                <a:spcPts val="1200"/>
              </a:spcBef>
              <a:buSzPts val="2100"/>
            </a:pPr>
            <a:endParaRPr sz="1400" b="1" dirty="0"/>
          </a:p>
          <a:p>
            <a:pPr marL="0" indent="0">
              <a:buSzPts val="2000"/>
            </a:pPr>
            <a:endParaRPr sz="1333" dirty="0"/>
          </a:p>
          <a:p>
            <a:pPr marL="0" indent="0">
              <a:buSzPts val="2000"/>
            </a:pPr>
            <a:endParaRPr sz="1333" dirty="0"/>
          </a:p>
          <a:p>
            <a:pPr marL="228611" indent="-143941">
              <a:buSzPts val="2000"/>
            </a:pPr>
            <a:endParaRPr sz="1333" dirty="0"/>
          </a:p>
          <a:p>
            <a:pPr marL="0" indent="0"/>
            <a:endParaRPr dirty="0"/>
          </a:p>
        </p:txBody>
      </p:sp>
      <p:sp>
        <p:nvSpPr>
          <p:cNvPr id="99" name="Google Shape;99;p1"/>
          <p:cNvSpPr txBox="1">
            <a:spLocks noGrp="1"/>
          </p:cNvSpPr>
          <p:nvPr>
            <p:ph type="body" idx="14"/>
          </p:nvPr>
        </p:nvSpPr>
        <p:spPr>
          <a:xfrm>
            <a:off x="11445900" y="5058404"/>
            <a:ext cx="9249400" cy="1155600"/>
          </a:xfrm>
          <a:prstGeom prst="rect">
            <a:avLst/>
          </a:prstGeom>
          <a:noFill/>
          <a:ln>
            <a:noFill/>
          </a:ln>
        </p:spPr>
        <p:txBody>
          <a:bodyPr spcFirstLastPara="1" wrap="square" lIns="60950" tIns="30467" rIns="60950" bIns="30467" anchor="ctr" anchorCtr="0">
            <a:noAutofit/>
          </a:bodyPr>
          <a:lstStyle/>
          <a:p>
            <a:pPr marL="0" indent="0">
              <a:spcBef>
                <a:spcPts val="0"/>
              </a:spcBef>
            </a:pPr>
            <a:r>
              <a:rPr lang="en-US" sz="4000" dirty="0"/>
              <a:t>Results</a:t>
            </a:r>
            <a:endParaRPr sz="4000" dirty="0"/>
          </a:p>
        </p:txBody>
      </p:sp>
      <p:sp>
        <p:nvSpPr>
          <p:cNvPr id="101" name="Google Shape;101;p1"/>
          <p:cNvSpPr txBox="1">
            <a:spLocks noGrp="1"/>
          </p:cNvSpPr>
          <p:nvPr>
            <p:ph type="body" idx="17"/>
          </p:nvPr>
        </p:nvSpPr>
        <p:spPr>
          <a:xfrm>
            <a:off x="22562613" y="4805645"/>
            <a:ext cx="9249400" cy="1516200"/>
          </a:xfrm>
          <a:prstGeom prst="rect">
            <a:avLst/>
          </a:prstGeom>
          <a:noFill/>
          <a:ln>
            <a:noFill/>
          </a:ln>
        </p:spPr>
        <p:txBody>
          <a:bodyPr spcFirstLastPara="1" wrap="square" lIns="60950" tIns="30467" rIns="60950" bIns="30467" anchor="ctr" anchorCtr="0">
            <a:noAutofit/>
          </a:bodyPr>
          <a:lstStyle/>
          <a:p>
            <a:pPr marL="0" indent="0">
              <a:spcBef>
                <a:spcPts val="0"/>
              </a:spcBef>
            </a:pPr>
            <a:r>
              <a:rPr lang="en-US" sz="4000" dirty="0"/>
              <a:t>Discussion </a:t>
            </a:r>
            <a:endParaRPr sz="4000" dirty="0"/>
          </a:p>
        </p:txBody>
      </p:sp>
      <p:sp>
        <p:nvSpPr>
          <p:cNvPr id="102" name="Google Shape;102;p1"/>
          <p:cNvSpPr txBox="1">
            <a:spLocks noGrp="1"/>
          </p:cNvSpPr>
          <p:nvPr>
            <p:ph type="body" idx="19"/>
          </p:nvPr>
        </p:nvSpPr>
        <p:spPr>
          <a:xfrm>
            <a:off x="685185" y="1914253"/>
            <a:ext cx="22794217" cy="1439123"/>
          </a:xfrm>
          <a:prstGeom prst="rect">
            <a:avLst/>
          </a:prstGeom>
          <a:noFill/>
          <a:ln>
            <a:noFill/>
          </a:ln>
        </p:spPr>
        <p:txBody>
          <a:bodyPr spcFirstLastPara="1" wrap="square" lIns="60950" tIns="30467" rIns="60950" bIns="30467" anchor="ctr" anchorCtr="0">
            <a:noAutofit/>
          </a:bodyPr>
          <a:lstStyle/>
          <a:p>
            <a:pPr marL="0" indent="0">
              <a:spcBef>
                <a:spcPts val="0"/>
              </a:spcBef>
              <a:buClr>
                <a:schemeClr val="lt2"/>
              </a:buClr>
              <a:buSzPts val="6600"/>
            </a:pPr>
            <a:r>
              <a:rPr lang="en-US" sz="4800" dirty="0">
                <a:solidFill>
                  <a:schemeClr val="lt2"/>
                </a:solidFill>
                <a:latin typeface="Calibri"/>
                <a:ea typeface="Calibri"/>
                <a:cs typeface="Calibri"/>
                <a:sym typeface="Calibri"/>
              </a:rPr>
              <a:t>Author </a:t>
            </a:r>
          </a:p>
          <a:p>
            <a:pPr marL="0" indent="0">
              <a:spcBef>
                <a:spcPts val="0"/>
              </a:spcBef>
              <a:buClr>
                <a:schemeClr val="lt2"/>
              </a:buClr>
              <a:buSzPts val="6600"/>
            </a:pPr>
            <a:r>
              <a:rPr lang="en-US" sz="4800" dirty="0">
                <a:solidFill>
                  <a:schemeClr val="lt2"/>
                </a:solidFill>
                <a:latin typeface="Calibri"/>
                <a:ea typeface="Calibri"/>
                <a:cs typeface="Calibri"/>
                <a:sym typeface="Calibri"/>
              </a:rPr>
              <a:t>Affiliation (e.g., University of Arizona)</a:t>
            </a:r>
            <a:endParaRPr sz="4800" dirty="0">
              <a:solidFill>
                <a:schemeClr val="lt2"/>
              </a:solidFill>
              <a:latin typeface="Calibri"/>
              <a:ea typeface="Calibri"/>
              <a:cs typeface="Calibri"/>
              <a:sym typeface="Calibri"/>
            </a:endParaRPr>
          </a:p>
        </p:txBody>
      </p:sp>
      <p:sp>
        <p:nvSpPr>
          <p:cNvPr id="5" name="Text Placeholder 4">
            <a:extLst>
              <a:ext uri="{FF2B5EF4-FFF2-40B4-BE49-F238E27FC236}">
                <a16:creationId xmlns:a16="http://schemas.microsoft.com/office/drawing/2014/main" id="{FD64CF7C-A7B9-0A4D-A7E2-3F4A5804BC5C}"/>
              </a:ext>
            </a:extLst>
          </p:cNvPr>
          <p:cNvSpPr>
            <a:spLocks noGrp="1"/>
          </p:cNvSpPr>
          <p:nvPr>
            <p:ph type="body" idx="5"/>
          </p:nvPr>
        </p:nvSpPr>
        <p:spPr>
          <a:xfrm>
            <a:off x="11896285" y="6913351"/>
            <a:ext cx="9169570" cy="13669564"/>
          </a:xfrm>
        </p:spPr>
        <p:txBody>
          <a:bodyPr/>
          <a:lstStyle/>
          <a:p>
            <a:pPr marL="533427" indent="-381019">
              <a:buFont typeface="Arial" panose="020B0604020202020204" pitchFamily="34" charset="0"/>
              <a:buChar char="•"/>
            </a:pPr>
            <a:r>
              <a:rPr lang="en-US" dirty="0"/>
              <a:t>Present the main themes, trends, and insights from the reviewed literature. </a:t>
            </a:r>
          </a:p>
          <a:p>
            <a:pPr marL="533427" indent="-381019">
              <a:buFont typeface="Arial" panose="020B0604020202020204" pitchFamily="34" charset="0"/>
              <a:buChar char="•"/>
            </a:pPr>
            <a:r>
              <a:rPr lang="en-US" dirty="0"/>
              <a:t>Answer the question “What is the state of the evidence for [your topic]?” </a:t>
            </a:r>
          </a:p>
          <a:p>
            <a:pPr marL="533427" indent="-381019">
              <a:buFont typeface="Arial" panose="020B0604020202020204" pitchFamily="34" charset="0"/>
              <a:buChar char="•"/>
            </a:pPr>
            <a:r>
              <a:rPr lang="en-US" dirty="0"/>
              <a:t>Organize findings into clear topics or trends. </a:t>
            </a:r>
          </a:p>
          <a:p>
            <a:pPr marL="533427" indent="-381019">
              <a:buFont typeface="Arial" panose="020B0604020202020204" pitchFamily="34" charset="0"/>
              <a:buChar char="•"/>
            </a:pPr>
            <a:r>
              <a:rPr lang="en-US" dirty="0"/>
              <a:t>Identify areas where research is lacking or contradictory.</a:t>
            </a:r>
          </a:p>
          <a:p>
            <a:pPr marL="533427" indent="-381019">
              <a:buFont typeface="Arial" panose="020B0604020202020204" pitchFamily="34" charset="0"/>
              <a:buChar char="•"/>
            </a:pPr>
            <a:r>
              <a:rPr lang="en-US" dirty="0"/>
              <a:t>Use visuals (e.g., charts, word clouds, diagrams) to summarize and enhance comprehension.</a:t>
            </a:r>
          </a:p>
          <a:p>
            <a:endParaRPr lang="en-US" dirty="0"/>
          </a:p>
        </p:txBody>
      </p:sp>
      <p:sp>
        <p:nvSpPr>
          <p:cNvPr id="37" name="Text Placeholder 4">
            <a:extLst>
              <a:ext uri="{FF2B5EF4-FFF2-40B4-BE49-F238E27FC236}">
                <a16:creationId xmlns:a16="http://schemas.microsoft.com/office/drawing/2014/main" id="{C43816DB-19F4-3E4D-8804-50A4228D2A0F}"/>
              </a:ext>
            </a:extLst>
          </p:cNvPr>
          <p:cNvSpPr txBox="1">
            <a:spLocks/>
          </p:cNvSpPr>
          <p:nvPr/>
        </p:nvSpPr>
        <p:spPr>
          <a:xfrm>
            <a:off x="1183918" y="6373639"/>
            <a:ext cx="9249469" cy="6222483"/>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4800"/>
              </a:spcBef>
              <a:spcAft>
                <a:spcPts val="0"/>
              </a:spcAft>
              <a:buClr>
                <a:schemeClr val="dk1"/>
              </a:buClr>
              <a:buSzPts val="3600"/>
              <a:buFont typeface="Arial"/>
              <a:buNone/>
              <a:defRPr sz="3600" b="0" i="0" u="none" strike="noStrike" cap="none">
                <a:solidFill>
                  <a:schemeClr val="dk1"/>
                </a:solidFill>
                <a:latin typeface="Verdana"/>
                <a:ea typeface="Verdana"/>
                <a:cs typeface="Verdana"/>
                <a:sym typeface="Verdana"/>
              </a:defRPr>
            </a:lvl1pPr>
            <a:lvl2pPr marL="914400" marR="0" lvl="1" indent="-960120" algn="l" rtl="0" eaLnBrk="1" hangingPunct="1">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eaLnBrk="1" hangingPunct="1">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pPr>
              <a:buFont typeface="Arial" panose="020B0604020202020204" pitchFamily="34" charset="0"/>
              <a:buChar char="•"/>
            </a:pPr>
            <a:r>
              <a:rPr lang="en-US" sz="2400" dirty="0"/>
              <a:t>Introduce your topic.</a:t>
            </a:r>
          </a:p>
          <a:p>
            <a:pPr>
              <a:buFont typeface="Arial" panose="020B0604020202020204" pitchFamily="34" charset="0"/>
              <a:buChar char="•"/>
            </a:pPr>
            <a:r>
              <a:rPr lang="en-US" sz="2400" dirty="0"/>
              <a:t>Provide context for your review. Why is this study important? Link to real-world implications.</a:t>
            </a:r>
          </a:p>
          <a:p>
            <a:pPr>
              <a:buFont typeface="Arial" panose="020B0604020202020204" pitchFamily="34" charset="0"/>
              <a:buChar char="•"/>
            </a:pPr>
            <a:r>
              <a:rPr lang="en-US" sz="2400" dirty="0"/>
              <a:t>State your research question or purpose. </a:t>
            </a:r>
          </a:p>
        </p:txBody>
      </p:sp>
      <p:sp>
        <p:nvSpPr>
          <p:cNvPr id="6" name="Google Shape;96;p1">
            <a:extLst>
              <a:ext uri="{FF2B5EF4-FFF2-40B4-BE49-F238E27FC236}">
                <a16:creationId xmlns:a16="http://schemas.microsoft.com/office/drawing/2014/main" id="{A50FF08F-0A87-8C48-2908-312EE7839DEA}"/>
              </a:ext>
            </a:extLst>
          </p:cNvPr>
          <p:cNvSpPr txBox="1">
            <a:spLocks/>
          </p:cNvSpPr>
          <p:nvPr/>
        </p:nvSpPr>
        <p:spPr>
          <a:xfrm>
            <a:off x="0" y="12905202"/>
            <a:ext cx="9249400" cy="462200"/>
          </a:xfrm>
          <a:prstGeom prst="rect">
            <a:avLst/>
          </a:prstGeom>
          <a:noFill/>
          <a:ln>
            <a:noFill/>
          </a:ln>
        </p:spPr>
        <p:txBody>
          <a:bodyPr spcFirstLastPara="1" wrap="square" lIns="60950" tIns="30467" rIns="60950" bIns="30467" anchor="ctr" anchorCtr="0">
            <a:noAutofit/>
          </a:bodyPr>
          <a:lstStyle>
            <a:defPPr marR="0" lvl="0" algn="l" rtl="0">
              <a:lnSpc>
                <a:spcPct val="100000"/>
              </a:lnSpc>
              <a:spcBef>
                <a:spcPts val="0"/>
              </a:spcBef>
              <a:spcAft>
                <a:spcPts val="0"/>
              </a:spcAft>
            </a:defPPr>
            <a:lvl1pPr marL="457200" marR="0" lvl="0" indent="-228600" algn="ctr" rtl="0" eaLnBrk="1" hangingPunct="1">
              <a:lnSpc>
                <a:spcPct val="90000"/>
              </a:lnSpc>
              <a:spcBef>
                <a:spcPts val="4800"/>
              </a:spcBef>
              <a:spcAft>
                <a:spcPts val="0"/>
              </a:spcAft>
              <a:buClr>
                <a:srgbClr val="AB0520"/>
              </a:buClr>
              <a:buSzPts val="4400"/>
              <a:buFont typeface="Arial"/>
              <a:buNone/>
              <a:defRPr sz="4400" b="1" i="0" u="none" strike="noStrike" cap="none">
                <a:solidFill>
                  <a:srgbClr val="AB0520"/>
                </a:solidFill>
                <a:latin typeface="Verdana"/>
                <a:ea typeface="Verdana"/>
                <a:cs typeface="Verdana"/>
                <a:sym typeface="Verdana"/>
              </a:defRPr>
            </a:lvl1pPr>
            <a:lvl2pPr marL="914400" marR="0" lvl="1" indent="-960120" algn="l" rtl="0" eaLnBrk="1" hangingPunct="1">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eaLnBrk="1" hangingPunct="1">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pPr marL="0" indent="0">
              <a:spcBef>
                <a:spcPts val="0"/>
              </a:spcBef>
            </a:pPr>
            <a:r>
              <a:rPr lang="en-US" sz="4000" dirty="0"/>
              <a:t>Methods </a:t>
            </a:r>
          </a:p>
        </p:txBody>
      </p:sp>
      <p:sp>
        <p:nvSpPr>
          <p:cNvPr id="11" name="Text Placeholder 4">
            <a:extLst>
              <a:ext uri="{FF2B5EF4-FFF2-40B4-BE49-F238E27FC236}">
                <a16:creationId xmlns:a16="http://schemas.microsoft.com/office/drawing/2014/main" id="{D5591C6B-86F9-A403-B159-2919BDD2E924}"/>
              </a:ext>
            </a:extLst>
          </p:cNvPr>
          <p:cNvSpPr txBox="1">
            <a:spLocks/>
          </p:cNvSpPr>
          <p:nvPr/>
        </p:nvSpPr>
        <p:spPr>
          <a:xfrm>
            <a:off x="22642443" y="6913351"/>
            <a:ext cx="9169570" cy="8060629"/>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4800"/>
              </a:spcBef>
              <a:spcAft>
                <a:spcPts val="0"/>
              </a:spcAft>
              <a:buClr>
                <a:schemeClr val="dk1"/>
              </a:buClr>
              <a:buSzPts val="3600"/>
              <a:buFont typeface="Arial"/>
              <a:buNone/>
              <a:defRPr sz="3600" b="0" i="0" u="none" strike="noStrike" cap="none">
                <a:solidFill>
                  <a:schemeClr val="dk1"/>
                </a:solidFill>
                <a:latin typeface="Verdana"/>
                <a:ea typeface="Verdana"/>
                <a:cs typeface="Verdana"/>
                <a:sym typeface="Verdana"/>
              </a:defRPr>
            </a:lvl1pPr>
            <a:lvl2pPr marL="914400" marR="0" lvl="1" indent="-960120" algn="l" rtl="0" eaLnBrk="1" hangingPunct="1">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eaLnBrk="1" hangingPunct="1">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pPr>
              <a:buFont typeface="Arial" panose="020B0604020202020204" pitchFamily="34" charset="0"/>
              <a:buChar char="•"/>
            </a:pPr>
            <a:r>
              <a:rPr lang="en-US" sz="2400" dirty="0"/>
              <a:t>Summarize the key takeaways of your study. </a:t>
            </a:r>
          </a:p>
          <a:p>
            <a:pPr>
              <a:buFont typeface="Arial" panose="020B0604020202020204" pitchFamily="34" charset="0"/>
              <a:buChar char="•"/>
            </a:pPr>
            <a:r>
              <a:rPr lang="en-US" sz="2400" dirty="0"/>
              <a:t>Discuss the implications of your results. What do your findings say about your topic? How can your findings be applied in real-life or affect policy? What do these findings contribute to the field?</a:t>
            </a:r>
          </a:p>
          <a:p>
            <a:pPr>
              <a:buFont typeface="Arial" panose="020B0604020202020204" pitchFamily="34" charset="0"/>
              <a:buChar char="•"/>
            </a:pPr>
            <a:r>
              <a:rPr lang="en-US" sz="2400" dirty="0"/>
              <a:t>Discuss the limitations. Address potential shortcomings, gaps in the literature, or biases.</a:t>
            </a:r>
          </a:p>
          <a:p>
            <a:pPr>
              <a:buFont typeface="Arial" panose="020B0604020202020204" pitchFamily="34" charset="0"/>
              <a:buChar char="•"/>
            </a:pPr>
            <a:r>
              <a:rPr lang="en-US" sz="2400" dirty="0"/>
              <a:t>Discuss future directions for the research. What are follow-up research ideas or applications?</a:t>
            </a:r>
          </a:p>
          <a:p>
            <a:pPr marL="152408" indent="0">
              <a:lnSpc>
                <a:spcPct val="100000"/>
              </a:lnSpc>
              <a:spcBef>
                <a:spcPts val="2000"/>
              </a:spcBef>
            </a:pPr>
            <a:endParaRPr lang="en-US" sz="2400" dirty="0"/>
          </a:p>
          <a:p>
            <a:pPr marL="152408" indent="0">
              <a:lnSpc>
                <a:spcPct val="100000"/>
              </a:lnSpc>
            </a:pPr>
            <a:endParaRPr lang="en-US" sz="2400" dirty="0"/>
          </a:p>
        </p:txBody>
      </p:sp>
      <p:sp>
        <p:nvSpPr>
          <p:cNvPr id="13" name="Google Shape;96;p1">
            <a:extLst>
              <a:ext uri="{FF2B5EF4-FFF2-40B4-BE49-F238E27FC236}">
                <a16:creationId xmlns:a16="http://schemas.microsoft.com/office/drawing/2014/main" id="{B59C5C28-2BA9-97EB-8090-AF9F079FC09F}"/>
              </a:ext>
            </a:extLst>
          </p:cNvPr>
          <p:cNvSpPr txBox="1">
            <a:spLocks/>
          </p:cNvSpPr>
          <p:nvPr/>
        </p:nvSpPr>
        <p:spPr>
          <a:xfrm>
            <a:off x="22212450" y="17719633"/>
            <a:ext cx="9249400" cy="462200"/>
          </a:xfrm>
          <a:prstGeom prst="rect">
            <a:avLst/>
          </a:prstGeom>
          <a:noFill/>
          <a:ln>
            <a:noFill/>
          </a:ln>
        </p:spPr>
        <p:txBody>
          <a:bodyPr spcFirstLastPara="1" wrap="square" lIns="60950" tIns="30467" rIns="60950" bIns="30467" anchor="ctr" anchorCtr="0">
            <a:noAutofit/>
          </a:bodyPr>
          <a:lstStyle>
            <a:defPPr marR="0" lvl="0" algn="l" rtl="0">
              <a:lnSpc>
                <a:spcPct val="100000"/>
              </a:lnSpc>
              <a:spcBef>
                <a:spcPts val="0"/>
              </a:spcBef>
              <a:spcAft>
                <a:spcPts val="0"/>
              </a:spcAft>
            </a:defPPr>
            <a:lvl1pPr marL="457200" marR="0" lvl="0" indent="-228600" algn="ctr" rtl="0" eaLnBrk="1" hangingPunct="1">
              <a:lnSpc>
                <a:spcPct val="90000"/>
              </a:lnSpc>
              <a:spcBef>
                <a:spcPts val="4800"/>
              </a:spcBef>
              <a:spcAft>
                <a:spcPts val="0"/>
              </a:spcAft>
              <a:buClr>
                <a:srgbClr val="AB0520"/>
              </a:buClr>
              <a:buSzPts val="4400"/>
              <a:buFont typeface="Arial"/>
              <a:buNone/>
              <a:defRPr sz="4400" b="1" i="0" u="none" strike="noStrike" cap="none">
                <a:solidFill>
                  <a:srgbClr val="AB0520"/>
                </a:solidFill>
                <a:latin typeface="Verdana"/>
                <a:ea typeface="Verdana"/>
                <a:cs typeface="Verdana"/>
                <a:sym typeface="Verdana"/>
              </a:defRPr>
            </a:lvl1pPr>
            <a:lvl2pPr marL="914400" marR="0" lvl="1" indent="-960120" algn="l" rtl="0" eaLnBrk="1" hangingPunct="1">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eaLnBrk="1" hangingPunct="1">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pPr marL="0" indent="0">
              <a:spcBef>
                <a:spcPts val="0"/>
              </a:spcBef>
            </a:pPr>
            <a:r>
              <a:rPr lang="en-US" sz="4000" dirty="0"/>
              <a:t>References</a:t>
            </a:r>
          </a:p>
        </p:txBody>
      </p:sp>
      <p:sp>
        <p:nvSpPr>
          <p:cNvPr id="14" name="Text Placeholder 4">
            <a:extLst>
              <a:ext uri="{FF2B5EF4-FFF2-40B4-BE49-F238E27FC236}">
                <a16:creationId xmlns:a16="http://schemas.microsoft.com/office/drawing/2014/main" id="{7A133696-6B64-7A34-9F90-54793F1BAB73}"/>
              </a:ext>
            </a:extLst>
          </p:cNvPr>
          <p:cNvSpPr txBox="1">
            <a:spLocks/>
          </p:cNvSpPr>
          <p:nvPr/>
        </p:nvSpPr>
        <p:spPr>
          <a:xfrm>
            <a:off x="22602528" y="18521702"/>
            <a:ext cx="9169570" cy="343770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4800"/>
              </a:spcBef>
              <a:spcAft>
                <a:spcPts val="0"/>
              </a:spcAft>
              <a:buClr>
                <a:schemeClr val="dk1"/>
              </a:buClr>
              <a:buSzPts val="3600"/>
              <a:buFont typeface="Arial"/>
              <a:buNone/>
              <a:defRPr sz="3600" b="0" i="0" u="none" strike="noStrike" cap="none">
                <a:solidFill>
                  <a:schemeClr val="dk1"/>
                </a:solidFill>
                <a:latin typeface="Verdana"/>
                <a:ea typeface="Verdana"/>
                <a:cs typeface="Verdana"/>
                <a:sym typeface="Verdana"/>
              </a:defRPr>
            </a:lvl1pPr>
            <a:lvl2pPr marL="914400" marR="0" lvl="1" indent="-960120" algn="l" rtl="0" eaLnBrk="1" hangingPunct="1">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eaLnBrk="1" hangingPunct="1">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pPr marL="152408" indent="0">
              <a:lnSpc>
                <a:spcPct val="100000"/>
              </a:lnSpc>
              <a:spcBef>
                <a:spcPts val="2000"/>
              </a:spcBef>
            </a:pPr>
            <a:r>
              <a:rPr lang="en-US" sz="1867" dirty="0"/>
              <a:t>List references</a:t>
            </a:r>
            <a:endParaRPr lang="en-US" sz="2400" dirty="0"/>
          </a:p>
        </p:txBody>
      </p:sp>
      <p:sp>
        <p:nvSpPr>
          <p:cNvPr id="16" name="Text Placeholder 4">
            <a:extLst>
              <a:ext uri="{FF2B5EF4-FFF2-40B4-BE49-F238E27FC236}">
                <a16:creationId xmlns:a16="http://schemas.microsoft.com/office/drawing/2014/main" id="{4593AA08-2E6B-DC78-346C-8AB8B1F6CF48}"/>
              </a:ext>
            </a:extLst>
          </p:cNvPr>
          <p:cNvSpPr txBox="1">
            <a:spLocks/>
          </p:cNvSpPr>
          <p:nvPr/>
        </p:nvSpPr>
        <p:spPr>
          <a:xfrm>
            <a:off x="432869" y="14280020"/>
            <a:ext cx="8816531" cy="5340075"/>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4800"/>
              </a:spcBef>
              <a:spcAft>
                <a:spcPts val="0"/>
              </a:spcAft>
              <a:buClr>
                <a:schemeClr val="dk1"/>
              </a:buClr>
              <a:buSzPts val="3600"/>
              <a:buFont typeface="Arial"/>
              <a:buNone/>
              <a:defRPr sz="3600" b="0" i="0" u="none" strike="noStrike" cap="none">
                <a:solidFill>
                  <a:schemeClr val="dk1"/>
                </a:solidFill>
                <a:latin typeface="Verdana"/>
                <a:ea typeface="Verdana"/>
                <a:cs typeface="Verdana"/>
                <a:sym typeface="Verdana"/>
              </a:defRPr>
            </a:lvl1pPr>
            <a:lvl2pPr marL="914400" marR="0" lvl="1" indent="-960120" algn="l" rtl="0" eaLnBrk="1" hangingPunct="1">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eaLnBrk="1" hangingPunct="1">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eaLnBrk="1" hangingPunct="1">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r>
              <a:rPr lang="en-US" sz="2400" dirty="0"/>
              <a:t> Include details about how you completed the review. Such as: </a:t>
            </a:r>
          </a:p>
          <a:p>
            <a:pPr marL="533427" indent="-381019">
              <a:buFont typeface="Arial" panose="020B0604020202020204" pitchFamily="34" charset="0"/>
              <a:buChar char="•"/>
            </a:pPr>
            <a:r>
              <a:rPr lang="en-US" sz="2400" dirty="0"/>
              <a:t>Participants that were included in the reviewed studies. </a:t>
            </a:r>
          </a:p>
          <a:p>
            <a:pPr marL="533427" indent="-381019">
              <a:buFont typeface="Arial" panose="020B0604020202020204" pitchFamily="34" charset="0"/>
              <a:buChar char="•"/>
            </a:pPr>
            <a:r>
              <a:rPr lang="en-US" sz="2400" dirty="0"/>
              <a:t>The publication years included in the review (e.g., studies published between 2010–2023).</a:t>
            </a:r>
          </a:p>
          <a:p>
            <a:pPr marL="533427" indent="-381019">
              <a:buFont typeface="Arial" panose="020B0604020202020204" pitchFamily="34" charset="0"/>
              <a:buChar char="•"/>
            </a:pPr>
            <a:r>
              <a:rPr lang="en-US" sz="2400" dirty="0"/>
              <a:t>Why you included certain publications (e.g., language, peer-reviewed only, relevance to specific populations or geographies).</a:t>
            </a:r>
          </a:p>
        </p:txBody>
      </p:sp>
      <p:graphicFrame>
        <p:nvGraphicFramePr>
          <p:cNvPr id="2" name="Diagram 1">
            <a:extLst>
              <a:ext uri="{FF2B5EF4-FFF2-40B4-BE49-F238E27FC236}">
                <a16:creationId xmlns:a16="http://schemas.microsoft.com/office/drawing/2014/main" id="{5B481690-DDB6-7940-3085-DBAA938A3C00}"/>
              </a:ext>
            </a:extLst>
          </p:cNvPr>
          <p:cNvGraphicFramePr/>
          <p:nvPr>
            <p:extLst>
              <p:ext uri="{D42A27DB-BD31-4B8C-83A1-F6EECF244321}">
                <p14:modId xmlns:p14="http://schemas.microsoft.com/office/powerpoint/2010/main" val="2403048448"/>
              </p:ext>
            </p:extLst>
          </p:nvPr>
        </p:nvGraphicFramePr>
        <p:xfrm>
          <a:off x="11682408" y="14280020"/>
          <a:ext cx="9249400" cy="59605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close-up of a logo&#10;&#10;AI-generated content may be incorrect.">
            <a:extLst>
              <a:ext uri="{FF2B5EF4-FFF2-40B4-BE49-F238E27FC236}">
                <a16:creationId xmlns:a16="http://schemas.microsoft.com/office/drawing/2014/main" id="{F5D78D64-7645-74A3-2E2E-0D58484A377C}"/>
              </a:ext>
            </a:extLst>
          </p:cNvPr>
          <p:cNvPicPr>
            <a:picLocks noChangeAspect="1"/>
          </p:cNvPicPr>
          <p:nvPr/>
        </p:nvPicPr>
        <p:blipFill>
          <a:blip r:embed="rId8"/>
          <a:stretch>
            <a:fillRect/>
          </a:stretch>
        </p:blipFill>
        <p:spPr>
          <a:xfrm>
            <a:off x="26837150" y="1066448"/>
            <a:ext cx="4974863" cy="1582219"/>
          </a:xfrm>
          <a:prstGeom prst="rect">
            <a:avLst/>
          </a:prstGeom>
        </p:spPr>
      </p:pic>
    </p:spTree>
  </p:cSld>
  <p:clrMapOvr>
    <a:masterClrMapping/>
  </p:clrMapOvr>
</p:sld>
</file>

<file path=ppt/theme/theme1.xml><?xml version="1.0" encoding="utf-8"?>
<a:theme xmlns:a="http://schemas.openxmlformats.org/drawingml/2006/main" name="Office Theme">
  <a:themeElements>
    <a:clrScheme name="Arizona">
      <a:dk1>
        <a:srgbClr val="0C234B"/>
      </a:dk1>
      <a:lt1>
        <a:srgbClr val="9EABAE"/>
      </a:lt1>
      <a:dk2>
        <a:srgbClr val="AB0520"/>
      </a:dk2>
      <a:lt2>
        <a:srgbClr val="FFFFFF"/>
      </a:lt2>
      <a:accent1>
        <a:srgbClr val="0C234B"/>
      </a:accent1>
      <a:accent2>
        <a:srgbClr val="AB0520"/>
      </a:accent2>
      <a:accent3>
        <a:srgbClr val="F4EDE5"/>
      </a:accent3>
      <a:accent4>
        <a:srgbClr val="FFFFFF"/>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LS 696E - Book Poster" id="{C5F868F7-5EF0-3C40-A617-7042998BF482}" vid="{306A4573-4243-2F49-B90A-A59DCF9FB47D}"/>
    </a:ext>
  </a:extLst>
</a:theme>
</file>

<file path=ppt/theme/theme2.xml><?xml version="1.0" encoding="utf-8"?>
<a:theme xmlns:a="http://schemas.openxmlformats.org/drawingml/2006/main" name="1_Office Theme">
  <a:themeElements>
    <a:clrScheme name="University of Arizona">
      <a:dk1>
        <a:srgbClr val="49595E"/>
      </a:dk1>
      <a:lt1>
        <a:srgbClr val="FFFFFF"/>
      </a:lt1>
      <a:dk2>
        <a:srgbClr val="000000"/>
      </a:dk2>
      <a:lt2>
        <a:srgbClr val="FFFFFF"/>
      </a:lt2>
      <a:accent1>
        <a:srgbClr val="0C234B"/>
      </a:accent1>
      <a:accent2>
        <a:srgbClr val="8B0015"/>
      </a:accent2>
      <a:accent3>
        <a:srgbClr val="1E5288"/>
      </a:accent3>
      <a:accent4>
        <a:srgbClr val="378DBD"/>
      </a:accent4>
      <a:accent5>
        <a:srgbClr val="9EABAE"/>
      </a:accent5>
      <a:accent6>
        <a:srgbClr val="70B865"/>
      </a:accent6>
      <a:hlink>
        <a:srgbClr val="EF4056"/>
      </a:hlink>
      <a:folHlink>
        <a:srgbClr val="81D3E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LS 696E - Book Poster" id="{C5F868F7-5EF0-3C40-A617-7042998BF482}" vid="{872603AE-6219-AE40-8BD2-B05DA9A381DB}"/>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398</TotalTime>
  <Words>298</Words>
  <Application>Microsoft Macintosh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Narrow</vt:lpstr>
      <vt:lpstr>Calibri</vt:lpstr>
      <vt:lpstr>Verdana</vt:lpstr>
      <vt:lpstr>Aptos</vt:lpstr>
      <vt:lpstr>Office Theme</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Carr, Chelsea - (carr2)</dc:creator>
  <cp:lastModifiedBy>Carr, Chelsea - (carr2)</cp:lastModifiedBy>
  <cp:revision>24</cp:revision>
  <cp:lastPrinted>2019-10-21T17:42:33Z</cp:lastPrinted>
  <dcterms:created xsi:type="dcterms:W3CDTF">2019-12-02T21:23:43Z</dcterms:created>
  <dcterms:modified xsi:type="dcterms:W3CDTF">2025-03-06T16:02:52Z</dcterms:modified>
</cp:coreProperties>
</file>